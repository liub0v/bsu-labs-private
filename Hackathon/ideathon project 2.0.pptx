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67" r:id="rId6"/>
    <p:sldId id="261" r:id="rId7"/>
    <p:sldId id="268" r:id="rId8"/>
    <p:sldId id="290" r:id="rId9"/>
    <p:sldId id="263" r:id="rId10"/>
    <p:sldId id="284" r:id="rId11"/>
    <p:sldId id="289" r:id="rId12"/>
  </p:sldIdLst>
  <p:sldSz cx="9144000" cy="5143500" type="screen16x9"/>
  <p:notesSz cx="6858000" cy="9144000"/>
  <p:embeddedFontLst>
    <p:embeddedFont>
      <p:font typeface="Oswald" panose="020B0604020202020204" charset="-52"/>
      <p:regular r:id="rId14"/>
      <p:bold r:id="rId15"/>
    </p:embeddedFont>
    <p:embeddedFont>
      <p:font typeface="Raleway" panose="020B0604020202020204" charset="-52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66"/>
    <a:srgbClr val="800080"/>
    <a:srgbClr val="BD5F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E1C4E9C-A58B-493E-AA3A-29F2278838B0}">
  <a:tblStyle styleId="{DE1C4E9C-A58B-493E-AA3A-29F2278838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9" autoAdjust="0"/>
    <p:restoredTop sz="94782" autoAdjust="0"/>
  </p:normalViewPr>
  <p:slideViewPr>
    <p:cSldViewPr snapToGrid="0">
      <p:cViewPr varScale="1">
        <p:scale>
          <a:sx n="101" d="100"/>
          <a:sy n="101" d="100"/>
        </p:scale>
        <p:origin x="77" y="2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0" d="100"/>
        <a:sy n="180" d="100"/>
      </p:scale>
      <p:origin x="0" y="-34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8c1997c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8c1997c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 smtClean="0"/>
              <a:t>to recognize emotions through facial expressions in video conferences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8b8ed53e2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8b8ed53e2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8c1997cbfd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8c1997cbfd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8c1997cbfd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8c1997cbfd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This reasons lead to loss of employees and clients.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For each company its serious money spending.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Acquisition of new clients is 7 times more expensive than keeping established customer.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Burnout is responsible for a significant amount of employee turnover, between 20% and 50% or more, depending on the organization.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8b8ed53e21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8b8ed53e21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 smtClean="0">
                <a:solidFill>
                  <a:srgbClr val="FFFFFF"/>
                </a:solidFill>
              </a:rPr>
              <a:t>#ef7b7e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8c1997cbfd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8c1997cbfd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93be0b7465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93be0b7465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g8c1997cbfd_0_7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4" name="Google Shape;2364;g8c1997cbfd_0_7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9" name="Google Shape;2889;g8c1997cbfd_0_7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0" name="Google Shape;2890;g8c1997cbfd_0_7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887750" y="948175"/>
            <a:ext cx="536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861875" y="3193650"/>
            <a:ext cx="342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1449150" y="1512225"/>
            <a:ext cx="6245700" cy="187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/>
          </p:nvPr>
        </p:nvSpPr>
        <p:spPr>
          <a:xfrm>
            <a:off x="1449150" y="3334700"/>
            <a:ext cx="6245700" cy="6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11588" y="2052650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11592" y="2587250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2295767" y="2587250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 idx="3"/>
          </p:nvPr>
        </p:nvSpPr>
        <p:spPr>
          <a:xfrm>
            <a:off x="2295763" y="2052650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939700" y="1288261"/>
            <a:ext cx="19053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4939700" y="2182538"/>
            <a:ext cx="1905300" cy="18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720000" y="1570025"/>
            <a:ext cx="6387900" cy="196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ITLE_AND_TWO_COLUMNS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/>
          <p:nvPr/>
        </p:nvSpPr>
        <p:spPr>
          <a:xfrm>
            <a:off x="4564625" y="9500"/>
            <a:ext cx="4579500" cy="5143500"/>
          </a:xfrm>
          <a:prstGeom prst="rect">
            <a:avLst/>
          </a:prstGeom>
          <a:gradFill>
            <a:gsLst>
              <a:gs pos="0">
                <a:srgbClr val="20124D"/>
              </a:gs>
              <a:gs pos="58999">
                <a:srgbClr val="855673"/>
              </a:gs>
              <a:gs pos="100000">
                <a:srgbClr val="EA9999"/>
              </a:gs>
            </a:gsLst>
            <a:lin ang="2700006" scaled="0"/>
          </a:gra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14"/>
          <p:cNvSpPr/>
          <p:nvPr/>
        </p:nvSpPr>
        <p:spPr>
          <a:xfrm>
            <a:off x="-14875" y="9500"/>
            <a:ext cx="4579500" cy="51435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title"/>
          </p:nvPr>
        </p:nvSpPr>
        <p:spPr>
          <a:xfrm>
            <a:off x="5011588" y="2052650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1"/>
          </p:nvPr>
        </p:nvSpPr>
        <p:spPr>
          <a:xfrm>
            <a:off x="5011592" y="2587250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body" idx="2"/>
          </p:nvPr>
        </p:nvSpPr>
        <p:spPr>
          <a:xfrm>
            <a:off x="2295767" y="2587250"/>
            <a:ext cx="21453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title" idx="3"/>
          </p:nvPr>
        </p:nvSpPr>
        <p:spPr>
          <a:xfrm>
            <a:off x="2295763" y="2052650"/>
            <a:ext cx="2145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">
  <p:cSld name="CUSTOM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title" idx="2" hasCustomPrompt="1"/>
          </p:nvPr>
        </p:nvSpPr>
        <p:spPr>
          <a:xfrm>
            <a:off x="1364450" y="2433700"/>
            <a:ext cx="992700" cy="49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5"/>
          <p:cNvSpPr txBox="1">
            <a:spLocks noGrp="1"/>
          </p:cNvSpPr>
          <p:nvPr>
            <p:ph type="title" idx="3" hasCustomPrompt="1"/>
          </p:nvPr>
        </p:nvSpPr>
        <p:spPr>
          <a:xfrm>
            <a:off x="3171950" y="2433700"/>
            <a:ext cx="992700" cy="49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5"/>
          <p:cNvSpPr txBox="1">
            <a:spLocks noGrp="1"/>
          </p:cNvSpPr>
          <p:nvPr>
            <p:ph type="title" idx="4" hasCustomPrompt="1"/>
          </p:nvPr>
        </p:nvSpPr>
        <p:spPr>
          <a:xfrm>
            <a:off x="4979450" y="2433700"/>
            <a:ext cx="992700" cy="49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5"/>
          <p:cNvSpPr txBox="1">
            <a:spLocks noGrp="1"/>
          </p:cNvSpPr>
          <p:nvPr>
            <p:ph type="title" idx="5" hasCustomPrompt="1"/>
          </p:nvPr>
        </p:nvSpPr>
        <p:spPr>
          <a:xfrm>
            <a:off x="6786950" y="2433700"/>
            <a:ext cx="992700" cy="49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5"/>
          <p:cNvSpPr txBox="1">
            <a:spLocks noGrp="1"/>
          </p:cNvSpPr>
          <p:nvPr>
            <p:ph type="subTitle" idx="1"/>
          </p:nvPr>
        </p:nvSpPr>
        <p:spPr>
          <a:xfrm>
            <a:off x="1299875" y="2886625"/>
            <a:ext cx="1122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subTitle" idx="6"/>
          </p:nvPr>
        </p:nvSpPr>
        <p:spPr>
          <a:xfrm>
            <a:off x="3107300" y="2886625"/>
            <a:ext cx="1122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7"/>
          </p:nvPr>
        </p:nvSpPr>
        <p:spPr>
          <a:xfrm>
            <a:off x="4914800" y="2886625"/>
            <a:ext cx="1122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ubTitle" idx="8"/>
          </p:nvPr>
        </p:nvSpPr>
        <p:spPr>
          <a:xfrm>
            <a:off x="6722300" y="2886625"/>
            <a:ext cx="1122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subTitle" idx="9"/>
          </p:nvPr>
        </p:nvSpPr>
        <p:spPr>
          <a:xfrm>
            <a:off x="1193900" y="3223375"/>
            <a:ext cx="13338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ubTitle" idx="13"/>
          </p:nvPr>
        </p:nvSpPr>
        <p:spPr>
          <a:xfrm>
            <a:off x="3001397" y="3223375"/>
            <a:ext cx="13338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ubTitle" idx="14"/>
          </p:nvPr>
        </p:nvSpPr>
        <p:spPr>
          <a:xfrm>
            <a:off x="4808895" y="3223375"/>
            <a:ext cx="13338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ubTitle" idx="15"/>
          </p:nvPr>
        </p:nvSpPr>
        <p:spPr>
          <a:xfrm>
            <a:off x="6616392" y="3223375"/>
            <a:ext cx="1333800" cy="8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CUSTOM_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ubTitle" idx="1"/>
          </p:nvPr>
        </p:nvSpPr>
        <p:spPr>
          <a:xfrm>
            <a:off x="719600" y="2358725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subTitle" idx="2"/>
          </p:nvPr>
        </p:nvSpPr>
        <p:spPr>
          <a:xfrm>
            <a:off x="720100" y="2658627"/>
            <a:ext cx="2316900" cy="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ubTitle" idx="3"/>
          </p:nvPr>
        </p:nvSpPr>
        <p:spPr>
          <a:xfrm>
            <a:off x="3413500" y="23587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ubTitle" idx="4"/>
          </p:nvPr>
        </p:nvSpPr>
        <p:spPr>
          <a:xfrm>
            <a:off x="3413738" y="2658627"/>
            <a:ext cx="2316900" cy="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ubTitle" idx="5"/>
          </p:nvPr>
        </p:nvSpPr>
        <p:spPr>
          <a:xfrm>
            <a:off x="6107050" y="23587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ubTitle" idx="6"/>
          </p:nvPr>
        </p:nvSpPr>
        <p:spPr>
          <a:xfrm>
            <a:off x="6107100" y="2658627"/>
            <a:ext cx="2316900" cy="7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2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>
            <a:spLocks noGrp="1"/>
          </p:cNvSpPr>
          <p:nvPr>
            <p:ph type="subTitle" idx="1"/>
          </p:nvPr>
        </p:nvSpPr>
        <p:spPr>
          <a:xfrm>
            <a:off x="719600" y="1770625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title" idx="2" hasCustomPrompt="1"/>
          </p:nvPr>
        </p:nvSpPr>
        <p:spPr>
          <a:xfrm>
            <a:off x="1329200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0"/>
          <p:cNvSpPr txBox="1">
            <a:spLocks noGrp="1"/>
          </p:cNvSpPr>
          <p:nvPr>
            <p:ph type="subTitle" idx="3"/>
          </p:nvPr>
        </p:nvSpPr>
        <p:spPr>
          <a:xfrm>
            <a:off x="720100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subTitle" idx="4"/>
          </p:nvPr>
        </p:nvSpPr>
        <p:spPr>
          <a:xfrm>
            <a:off x="3413500" y="17706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title" idx="5" hasCustomPrompt="1"/>
          </p:nvPr>
        </p:nvSpPr>
        <p:spPr>
          <a:xfrm>
            <a:off x="4023025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06" name="Google Shape;106;p20"/>
          <p:cNvSpPr txBox="1">
            <a:spLocks noGrp="1"/>
          </p:cNvSpPr>
          <p:nvPr>
            <p:ph type="subTitle" idx="6"/>
          </p:nvPr>
        </p:nvSpPr>
        <p:spPr>
          <a:xfrm>
            <a:off x="3413738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ubTitle" idx="7"/>
          </p:nvPr>
        </p:nvSpPr>
        <p:spPr>
          <a:xfrm>
            <a:off x="6107050" y="17706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title" idx="8" hasCustomPrompt="1"/>
          </p:nvPr>
        </p:nvSpPr>
        <p:spPr>
          <a:xfrm>
            <a:off x="6716550" y="1318325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09" name="Google Shape;109;p20"/>
          <p:cNvSpPr txBox="1">
            <a:spLocks noGrp="1"/>
          </p:cNvSpPr>
          <p:nvPr>
            <p:ph type="subTitle" idx="9"/>
          </p:nvPr>
        </p:nvSpPr>
        <p:spPr>
          <a:xfrm>
            <a:off x="6107101" y="21467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subTitle" idx="13"/>
          </p:nvPr>
        </p:nvSpPr>
        <p:spPr>
          <a:xfrm>
            <a:off x="719600" y="3519302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title" idx="14" hasCustomPrompt="1"/>
          </p:nvPr>
        </p:nvSpPr>
        <p:spPr>
          <a:xfrm>
            <a:off x="1329200" y="3067011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20"/>
          <p:cNvSpPr txBox="1">
            <a:spLocks noGrp="1"/>
          </p:cNvSpPr>
          <p:nvPr>
            <p:ph type="subTitle" idx="15"/>
          </p:nvPr>
        </p:nvSpPr>
        <p:spPr>
          <a:xfrm>
            <a:off x="720100" y="3895402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subTitle" idx="16"/>
          </p:nvPr>
        </p:nvSpPr>
        <p:spPr>
          <a:xfrm>
            <a:off x="3413400" y="3519302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title" idx="17" hasCustomPrompt="1"/>
          </p:nvPr>
        </p:nvSpPr>
        <p:spPr>
          <a:xfrm>
            <a:off x="4023025" y="3067011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20"/>
          <p:cNvSpPr txBox="1">
            <a:spLocks noGrp="1"/>
          </p:cNvSpPr>
          <p:nvPr>
            <p:ph type="subTitle" idx="18"/>
          </p:nvPr>
        </p:nvSpPr>
        <p:spPr>
          <a:xfrm>
            <a:off x="3413738" y="3895402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ubTitle" idx="19"/>
          </p:nvPr>
        </p:nvSpPr>
        <p:spPr>
          <a:xfrm>
            <a:off x="6107050" y="3519300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title" idx="20" hasCustomPrompt="1"/>
          </p:nvPr>
        </p:nvSpPr>
        <p:spPr>
          <a:xfrm>
            <a:off x="6716550" y="3067011"/>
            <a:ext cx="10980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Oswald"/>
              <a:buNone/>
              <a:defRPr sz="3000"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t>xx%</a:t>
            </a:r>
          </a:p>
        </p:txBody>
      </p:sp>
      <p:sp>
        <p:nvSpPr>
          <p:cNvPr id="118" name="Google Shape;118;p20"/>
          <p:cNvSpPr txBox="1">
            <a:spLocks noGrp="1"/>
          </p:cNvSpPr>
          <p:nvPr>
            <p:ph type="subTitle" idx="21"/>
          </p:nvPr>
        </p:nvSpPr>
        <p:spPr>
          <a:xfrm>
            <a:off x="6107101" y="3895402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ix columns">
  <p:cSld name="CUSTOM_2_1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subTitle" idx="1"/>
          </p:nvPr>
        </p:nvSpPr>
        <p:spPr>
          <a:xfrm>
            <a:off x="1944363" y="1542025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subTitle" idx="2"/>
          </p:nvPr>
        </p:nvSpPr>
        <p:spPr>
          <a:xfrm>
            <a:off x="1944863" y="19181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subTitle" idx="3"/>
          </p:nvPr>
        </p:nvSpPr>
        <p:spPr>
          <a:xfrm>
            <a:off x="1944388" y="2492563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subTitle" idx="4"/>
          </p:nvPr>
        </p:nvSpPr>
        <p:spPr>
          <a:xfrm>
            <a:off x="1944625" y="2868653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subTitle" idx="5"/>
          </p:nvPr>
        </p:nvSpPr>
        <p:spPr>
          <a:xfrm>
            <a:off x="4882563" y="1542025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6"/>
          </p:nvPr>
        </p:nvSpPr>
        <p:spPr>
          <a:xfrm>
            <a:off x="4882613" y="1918116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332101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subTitle" idx="7"/>
          </p:nvPr>
        </p:nvSpPr>
        <p:spPr>
          <a:xfrm>
            <a:off x="1944363" y="3443102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ubTitle" idx="8"/>
          </p:nvPr>
        </p:nvSpPr>
        <p:spPr>
          <a:xfrm>
            <a:off x="1944863" y="3819202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1"/>
          <p:cNvSpPr txBox="1">
            <a:spLocks noGrp="1"/>
          </p:cNvSpPr>
          <p:nvPr>
            <p:ph type="subTitle" idx="9"/>
          </p:nvPr>
        </p:nvSpPr>
        <p:spPr>
          <a:xfrm>
            <a:off x="4882388" y="2492565"/>
            <a:ext cx="23172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1"/>
          <p:cNvSpPr txBox="1">
            <a:spLocks noGrp="1"/>
          </p:cNvSpPr>
          <p:nvPr>
            <p:ph type="subTitle" idx="13"/>
          </p:nvPr>
        </p:nvSpPr>
        <p:spPr>
          <a:xfrm>
            <a:off x="4882725" y="2868665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subTitle" idx="14"/>
          </p:nvPr>
        </p:nvSpPr>
        <p:spPr>
          <a:xfrm>
            <a:off x="4882563" y="3443100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Oswald"/>
              <a:buNone/>
              <a:defRPr sz="1800"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subTitle" idx="15"/>
          </p:nvPr>
        </p:nvSpPr>
        <p:spPr>
          <a:xfrm>
            <a:off x="4882613" y="3819202"/>
            <a:ext cx="2316900" cy="6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 and subtitle">
  <p:cSld name="CUSTOM_3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>
            <a:spLocks noGrp="1"/>
          </p:cNvSpPr>
          <p:nvPr>
            <p:ph type="title" hasCustomPrompt="1"/>
          </p:nvPr>
        </p:nvSpPr>
        <p:spPr>
          <a:xfrm>
            <a:off x="3389825" y="1356150"/>
            <a:ext cx="1172400" cy="12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5" name="Google Shape;135;p22"/>
          <p:cNvSpPr txBox="1">
            <a:spLocks noGrp="1"/>
          </p:cNvSpPr>
          <p:nvPr>
            <p:ph type="title" idx="2"/>
          </p:nvPr>
        </p:nvSpPr>
        <p:spPr>
          <a:xfrm>
            <a:off x="3507400" y="2586993"/>
            <a:ext cx="3852000" cy="6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 and subtitle 2">
  <p:cSld name="CUSTOM_6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>
            <a:spLocks noGrp="1"/>
          </p:cNvSpPr>
          <p:nvPr>
            <p:ph type="title" hasCustomPrompt="1"/>
          </p:nvPr>
        </p:nvSpPr>
        <p:spPr>
          <a:xfrm>
            <a:off x="2285825" y="1927950"/>
            <a:ext cx="1338900" cy="12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8" name="Google Shape;138;p23"/>
          <p:cNvSpPr txBox="1">
            <a:spLocks noGrp="1"/>
          </p:cNvSpPr>
          <p:nvPr>
            <p:ph type="title" idx="2"/>
          </p:nvPr>
        </p:nvSpPr>
        <p:spPr>
          <a:xfrm>
            <a:off x="3722950" y="2073553"/>
            <a:ext cx="3852000" cy="9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 and subtitle 6">
  <p:cSld name="CUSTOM_6_1_1_1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>
            <a:spLocks noGrp="1"/>
          </p:cNvSpPr>
          <p:nvPr>
            <p:ph type="title" hasCustomPrompt="1"/>
          </p:nvPr>
        </p:nvSpPr>
        <p:spPr>
          <a:xfrm>
            <a:off x="3894750" y="2751750"/>
            <a:ext cx="1354500" cy="94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0" name="Google Shape;150;p27"/>
          <p:cNvSpPr txBox="1">
            <a:spLocks noGrp="1"/>
          </p:cNvSpPr>
          <p:nvPr>
            <p:ph type="title" idx="2"/>
          </p:nvPr>
        </p:nvSpPr>
        <p:spPr>
          <a:xfrm>
            <a:off x="2646000" y="1855999"/>
            <a:ext cx="3852000" cy="5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4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4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85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2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swald"/>
              <a:buNone/>
              <a:defRPr sz="2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●"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○"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■"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●"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○"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■"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●"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○"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aleway"/>
              <a:buChar char="■"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6" r:id="rId13"/>
    <p:sldLayoutId id="2147483667" r:id="rId14"/>
    <p:sldLayoutId id="2147483668" r:id="rId15"/>
    <p:sldLayoutId id="2147483669" r:id="rId16"/>
    <p:sldLayoutId id="2147483673" r:id="rId17"/>
    <p:sldLayoutId id="2147483674" r:id="rId18"/>
    <p:sldLayoutId id="2147483675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454">
          <p15:clr>
            <a:srgbClr val="EA4335"/>
          </p15:clr>
        </p15:guide>
        <p15:guide id="4" pos="5306">
          <p15:clr>
            <a:srgbClr val="EA4335"/>
          </p15:clr>
        </p15:guide>
        <p15:guide id="5" orient="horz" pos="340">
          <p15:clr>
            <a:srgbClr val="EA4335"/>
          </p15:clr>
        </p15:guide>
        <p15:guide id="6" orient="horz" pos="287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microsoft.com/office/2007/relationships/hdphoto" Target="../media/hdphoto3.wdp"/><Relationship Id="rId5" Type="http://schemas.openxmlformats.org/officeDocument/2006/relationships/image" Target="../media/image15.png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16.jp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8.png"/><Relationship Id="rId5" Type="http://schemas.microsoft.com/office/2007/relationships/hdphoto" Target="../media/hdphoto4.wdp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/>
          <p:cNvSpPr txBox="1">
            <a:spLocks noGrp="1"/>
          </p:cNvSpPr>
          <p:nvPr>
            <p:ph type="ctrTitle"/>
          </p:nvPr>
        </p:nvSpPr>
        <p:spPr>
          <a:xfrm>
            <a:off x="77972" y="1185766"/>
            <a:ext cx="8541488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5400" dirty="0" smtClean="0">
                <a:solidFill>
                  <a:schemeClr val="bg1"/>
                </a:solidFill>
              </a:rPr>
              <a:t>DATA SCIENCE SOLUTION</a:t>
            </a:r>
            <a:r>
              <a:rPr lang="en-US" sz="5400" dirty="0">
                <a:solidFill>
                  <a:schemeClr val="bg1"/>
                </a:solidFill>
              </a:rPr>
              <a:t/>
            </a:r>
            <a:br>
              <a:rPr lang="en-US" sz="5400" dirty="0">
                <a:solidFill>
                  <a:schemeClr val="bg1"/>
                </a:solidFill>
              </a:rPr>
            </a:br>
            <a:r>
              <a:rPr lang="en-US" sz="5400" dirty="0" smtClean="0">
                <a:solidFill>
                  <a:schemeClr val="bg1"/>
                </a:solidFill>
              </a:rPr>
              <a:t>FOR </a:t>
            </a:r>
            <a:r>
              <a:rPr lang="en-US" dirty="0" smtClean="0"/>
              <a:t>ONLINE LEARNING PLATFORMS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3" name="Google Shape;173;p35"/>
          <p:cNvSpPr txBox="1">
            <a:spLocks noGrp="1"/>
          </p:cNvSpPr>
          <p:nvPr>
            <p:ph type="subTitle" idx="1"/>
          </p:nvPr>
        </p:nvSpPr>
        <p:spPr>
          <a:xfrm>
            <a:off x="1484766" y="3518534"/>
            <a:ext cx="5984341" cy="12721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BELARUSIAN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STATE</a:t>
            </a:r>
            <a:r>
              <a:rPr lang="en-US" dirty="0" smtClean="0"/>
              <a:t> UNIVERSITY</a:t>
            </a:r>
            <a:br>
              <a:rPr lang="en-US" dirty="0" smtClean="0"/>
            </a:br>
            <a:r>
              <a:rPr lang="en-US" dirty="0" err="1" smtClean="0"/>
              <a:t>ERTeam</a:t>
            </a:r>
            <a:r>
              <a:rPr lang="en-US" dirty="0" smtClean="0"/>
              <a:t> </a:t>
            </a:r>
            <a:br>
              <a:rPr lang="en-US" dirty="0" smtClean="0"/>
            </a:br>
            <a:endParaRPr dirty="0"/>
          </a:p>
        </p:txBody>
      </p:sp>
      <p:grpSp>
        <p:nvGrpSpPr>
          <p:cNvPr id="174" name="Google Shape;174;p35"/>
          <p:cNvGrpSpPr/>
          <p:nvPr/>
        </p:nvGrpSpPr>
        <p:grpSpPr>
          <a:xfrm rot="-5400000">
            <a:off x="4436600" y="328098"/>
            <a:ext cx="80672" cy="5646282"/>
            <a:chOff x="240800" y="1885780"/>
            <a:chExt cx="14075" cy="971120"/>
          </a:xfrm>
        </p:grpSpPr>
        <p:sp>
          <p:nvSpPr>
            <p:cNvPr id="175" name="Google Shape;175;p35"/>
            <p:cNvSpPr/>
            <p:nvPr/>
          </p:nvSpPr>
          <p:spPr>
            <a:xfrm>
              <a:off x="244225" y="1885780"/>
              <a:ext cx="7977" cy="864696"/>
            </a:xfrm>
            <a:custGeom>
              <a:avLst/>
              <a:gdLst/>
              <a:ahLst/>
              <a:cxnLst/>
              <a:rect l="l" t="t" r="r" b="b"/>
              <a:pathLst>
                <a:path w="456" h="16409" extrusionOk="0">
                  <a:moveTo>
                    <a:pt x="0" y="1"/>
                  </a:moveTo>
                  <a:lnTo>
                    <a:pt x="0" y="16408"/>
                  </a:lnTo>
                  <a:lnTo>
                    <a:pt x="455" y="16408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5"/>
            <p:cNvSpPr/>
            <p:nvPr/>
          </p:nvSpPr>
          <p:spPr>
            <a:xfrm>
              <a:off x="240800" y="2777525"/>
              <a:ext cx="13550" cy="9775"/>
            </a:xfrm>
            <a:custGeom>
              <a:avLst/>
              <a:gdLst/>
              <a:ahLst/>
              <a:cxnLst/>
              <a:rect l="l" t="t" r="r" b="b"/>
              <a:pathLst>
                <a:path w="542" h="391" extrusionOk="0">
                  <a:moveTo>
                    <a:pt x="215" y="1"/>
                  </a:moveTo>
                  <a:cubicBezTo>
                    <a:pt x="67" y="1"/>
                    <a:pt x="0" y="169"/>
                    <a:pt x="0" y="254"/>
                  </a:cubicBezTo>
                  <a:lnTo>
                    <a:pt x="107" y="361"/>
                  </a:lnTo>
                  <a:cubicBezTo>
                    <a:pt x="153" y="382"/>
                    <a:pt x="198" y="391"/>
                    <a:pt x="240" y="391"/>
                  </a:cubicBezTo>
                  <a:cubicBezTo>
                    <a:pt x="418" y="391"/>
                    <a:pt x="542" y="234"/>
                    <a:pt x="455" y="147"/>
                  </a:cubicBezTo>
                  <a:cubicBezTo>
                    <a:pt x="455" y="40"/>
                    <a:pt x="348" y="40"/>
                    <a:pt x="348" y="40"/>
                  </a:cubicBezTo>
                  <a:cubicBezTo>
                    <a:pt x="298" y="12"/>
                    <a:pt x="254" y="1"/>
                    <a:pt x="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5"/>
            <p:cNvSpPr/>
            <p:nvPr/>
          </p:nvSpPr>
          <p:spPr>
            <a:xfrm>
              <a:off x="240800" y="2811975"/>
              <a:ext cx="14075" cy="10725"/>
            </a:xfrm>
            <a:custGeom>
              <a:avLst/>
              <a:gdLst/>
              <a:ahLst/>
              <a:cxnLst/>
              <a:rect l="l" t="t" r="r" b="b"/>
              <a:pathLst>
                <a:path w="563" h="429" extrusionOk="0">
                  <a:moveTo>
                    <a:pt x="348" y="0"/>
                  </a:moveTo>
                  <a:cubicBezTo>
                    <a:pt x="107" y="0"/>
                    <a:pt x="0" y="108"/>
                    <a:pt x="0" y="322"/>
                  </a:cubicBezTo>
                  <a:cubicBezTo>
                    <a:pt x="107" y="322"/>
                    <a:pt x="107" y="429"/>
                    <a:pt x="107" y="429"/>
                  </a:cubicBezTo>
                  <a:cubicBezTo>
                    <a:pt x="348" y="429"/>
                    <a:pt x="562" y="322"/>
                    <a:pt x="455" y="108"/>
                  </a:cubicBezTo>
                  <a:lnTo>
                    <a:pt x="3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5"/>
            <p:cNvSpPr/>
            <p:nvPr/>
          </p:nvSpPr>
          <p:spPr>
            <a:xfrm>
              <a:off x="240800" y="2847375"/>
              <a:ext cx="13550" cy="9525"/>
            </a:xfrm>
            <a:custGeom>
              <a:avLst/>
              <a:gdLst/>
              <a:ahLst/>
              <a:cxnLst/>
              <a:rect l="l" t="t" r="r" b="b"/>
              <a:pathLst>
                <a:path w="542" h="381" extrusionOk="0">
                  <a:moveTo>
                    <a:pt x="224" y="1"/>
                  </a:moveTo>
                  <a:cubicBezTo>
                    <a:pt x="70" y="1"/>
                    <a:pt x="0" y="157"/>
                    <a:pt x="0" y="244"/>
                  </a:cubicBezTo>
                  <a:lnTo>
                    <a:pt x="107" y="351"/>
                  </a:lnTo>
                  <a:cubicBezTo>
                    <a:pt x="153" y="371"/>
                    <a:pt x="198" y="380"/>
                    <a:pt x="240" y="380"/>
                  </a:cubicBezTo>
                  <a:cubicBezTo>
                    <a:pt x="418" y="380"/>
                    <a:pt x="542" y="223"/>
                    <a:pt x="455" y="137"/>
                  </a:cubicBezTo>
                  <a:cubicBezTo>
                    <a:pt x="455" y="30"/>
                    <a:pt x="348" y="30"/>
                    <a:pt x="348" y="30"/>
                  </a:cubicBezTo>
                  <a:cubicBezTo>
                    <a:pt x="302" y="9"/>
                    <a:pt x="261" y="1"/>
                    <a:pt x="2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" name="Google Shape;179;p35"/>
          <p:cNvGrpSpPr/>
          <p:nvPr/>
        </p:nvGrpSpPr>
        <p:grpSpPr>
          <a:xfrm>
            <a:off x="2278754" y="3912467"/>
            <a:ext cx="543432" cy="741197"/>
            <a:chOff x="2278754" y="3912467"/>
            <a:chExt cx="543432" cy="741197"/>
          </a:xfrm>
        </p:grpSpPr>
        <p:sp>
          <p:nvSpPr>
            <p:cNvPr id="180" name="Google Shape;180;p35"/>
            <p:cNvSpPr/>
            <p:nvPr/>
          </p:nvSpPr>
          <p:spPr>
            <a:xfrm>
              <a:off x="2278754" y="3912467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0"/>
                  </a:moveTo>
                  <a:lnTo>
                    <a:pt x="1" y="107"/>
                  </a:lnTo>
                  <a:cubicBezTo>
                    <a:pt x="1" y="214"/>
                    <a:pt x="135" y="214"/>
                    <a:pt x="135" y="214"/>
                  </a:cubicBezTo>
                  <a:cubicBezTo>
                    <a:pt x="135" y="214"/>
                    <a:pt x="242" y="214"/>
                    <a:pt x="242" y="107"/>
                  </a:cubicBezTo>
                  <a:lnTo>
                    <a:pt x="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5"/>
            <p:cNvSpPr/>
            <p:nvPr/>
          </p:nvSpPr>
          <p:spPr>
            <a:xfrm>
              <a:off x="2456593" y="3912467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0"/>
                  </a:moveTo>
                  <a:cubicBezTo>
                    <a:pt x="0" y="0"/>
                    <a:pt x="0" y="107"/>
                    <a:pt x="0" y="107"/>
                  </a:cubicBezTo>
                  <a:lnTo>
                    <a:pt x="0" y="214"/>
                  </a:lnTo>
                  <a:cubicBezTo>
                    <a:pt x="107" y="214"/>
                    <a:pt x="107" y="214"/>
                    <a:pt x="107" y="107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5"/>
            <p:cNvSpPr/>
            <p:nvPr/>
          </p:nvSpPr>
          <p:spPr>
            <a:xfrm>
              <a:off x="2624328" y="3912467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lnTo>
                    <a:pt x="0" y="107"/>
                  </a:lnTo>
                  <a:lnTo>
                    <a:pt x="108" y="214"/>
                  </a:lnTo>
                  <a:cubicBezTo>
                    <a:pt x="215" y="214"/>
                    <a:pt x="215" y="214"/>
                    <a:pt x="215" y="107"/>
                  </a:cubicBezTo>
                  <a:cubicBezTo>
                    <a:pt x="215" y="107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5"/>
            <p:cNvSpPr/>
            <p:nvPr/>
          </p:nvSpPr>
          <p:spPr>
            <a:xfrm>
              <a:off x="2802073" y="3912467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" y="0"/>
                    <a:pt x="1" y="107"/>
                    <a:pt x="1" y="107"/>
                  </a:cubicBezTo>
                  <a:cubicBezTo>
                    <a:pt x="1" y="214"/>
                    <a:pt x="1" y="214"/>
                    <a:pt x="108" y="214"/>
                  </a:cubicBezTo>
                  <a:cubicBezTo>
                    <a:pt x="108" y="214"/>
                    <a:pt x="215" y="214"/>
                    <a:pt x="215" y="107"/>
                  </a:cubicBezTo>
                  <a:lnTo>
                    <a:pt x="1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5"/>
            <p:cNvSpPr/>
            <p:nvPr/>
          </p:nvSpPr>
          <p:spPr>
            <a:xfrm>
              <a:off x="2278754" y="4057657"/>
              <a:ext cx="22639" cy="22639"/>
            </a:xfrm>
            <a:custGeom>
              <a:avLst/>
              <a:gdLst/>
              <a:ahLst/>
              <a:cxnLst/>
              <a:rect l="l" t="t" r="r" b="b"/>
              <a:pathLst>
                <a:path w="242" h="242" extrusionOk="0">
                  <a:moveTo>
                    <a:pt x="135" y="1"/>
                  </a:moveTo>
                  <a:lnTo>
                    <a:pt x="1" y="108"/>
                  </a:lnTo>
                  <a:lnTo>
                    <a:pt x="135" y="242"/>
                  </a:lnTo>
                  <a:lnTo>
                    <a:pt x="242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5"/>
            <p:cNvSpPr/>
            <p:nvPr/>
          </p:nvSpPr>
          <p:spPr>
            <a:xfrm>
              <a:off x="2456593" y="4057657"/>
              <a:ext cx="10103" cy="22639"/>
            </a:xfrm>
            <a:custGeom>
              <a:avLst/>
              <a:gdLst/>
              <a:ahLst/>
              <a:cxnLst/>
              <a:rect l="l" t="t" r="r" b="b"/>
              <a:pathLst>
                <a:path w="108" h="242" extrusionOk="0">
                  <a:moveTo>
                    <a:pt x="107" y="1"/>
                  </a:moveTo>
                  <a:cubicBezTo>
                    <a:pt x="0" y="1"/>
                    <a:pt x="0" y="108"/>
                    <a:pt x="0" y="108"/>
                  </a:cubicBezTo>
                  <a:cubicBezTo>
                    <a:pt x="0" y="108"/>
                    <a:pt x="0" y="242"/>
                    <a:pt x="107" y="242"/>
                  </a:cubicBezTo>
                  <a:lnTo>
                    <a:pt x="107" y="10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5"/>
            <p:cNvSpPr/>
            <p:nvPr/>
          </p:nvSpPr>
          <p:spPr>
            <a:xfrm>
              <a:off x="2624328" y="4057657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8" y="1"/>
                  </a:moveTo>
                  <a:lnTo>
                    <a:pt x="0" y="108"/>
                  </a:lnTo>
                  <a:lnTo>
                    <a:pt x="108" y="242"/>
                  </a:lnTo>
                  <a:cubicBezTo>
                    <a:pt x="215" y="242"/>
                    <a:pt x="215" y="108"/>
                    <a:pt x="215" y="108"/>
                  </a:cubicBezTo>
                  <a:cubicBezTo>
                    <a:pt x="215" y="108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5"/>
            <p:cNvSpPr/>
            <p:nvPr/>
          </p:nvSpPr>
          <p:spPr>
            <a:xfrm>
              <a:off x="2802073" y="4057657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8" y="1"/>
                  </a:moveTo>
                  <a:cubicBezTo>
                    <a:pt x="1" y="1"/>
                    <a:pt x="1" y="108"/>
                    <a:pt x="1" y="108"/>
                  </a:cubicBezTo>
                  <a:cubicBezTo>
                    <a:pt x="1" y="108"/>
                    <a:pt x="1" y="242"/>
                    <a:pt x="108" y="242"/>
                  </a:cubicBezTo>
                  <a:lnTo>
                    <a:pt x="215" y="108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5"/>
            <p:cNvSpPr/>
            <p:nvPr/>
          </p:nvSpPr>
          <p:spPr>
            <a:xfrm>
              <a:off x="2278754" y="4205372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1"/>
                  </a:moveTo>
                  <a:lnTo>
                    <a:pt x="1" y="108"/>
                  </a:lnTo>
                  <a:lnTo>
                    <a:pt x="135" y="215"/>
                  </a:lnTo>
                  <a:lnTo>
                    <a:pt x="242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5"/>
            <p:cNvSpPr/>
            <p:nvPr/>
          </p:nvSpPr>
          <p:spPr>
            <a:xfrm>
              <a:off x="2456593" y="4205372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1"/>
                  </a:moveTo>
                  <a:cubicBezTo>
                    <a:pt x="0" y="1"/>
                    <a:pt x="0" y="108"/>
                    <a:pt x="0" y="108"/>
                  </a:cubicBezTo>
                  <a:lnTo>
                    <a:pt x="0" y="215"/>
                  </a:lnTo>
                  <a:cubicBezTo>
                    <a:pt x="107" y="215"/>
                    <a:pt x="107" y="108"/>
                    <a:pt x="107" y="108"/>
                  </a:cubicBez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5"/>
            <p:cNvSpPr/>
            <p:nvPr/>
          </p:nvSpPr>
          <p:spPr>
            <a:xfrm>
              <a:off x="2624328" y="4205372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1"/>
                  </a:moveTo>
                  <a:lnTo>
                    <a:pt x="0" y="108"/>
                  </a:lnTo>
                  <a:cubicBezTo>
                    <a:pt x="108" y="108"/>
                    <a:pt x="108" y="215"/>
                    <a:pt x="108" y="215"/>
                  </a:cubicBezTo>
                  <a:cubicBezTo>
                    <a:pt x="215" y="215"/>
                    <a:pt x="215" y="108"/>
                    <a:pt x="215" y="108"/>
                  </a:cubicBez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35"/>
            <p:cNvSpPr/>
            <p:nvPr/>
          </p:nvSpPr>
          <p:spPr>
            <a:xfrm>
              <a:off x="2802073" y="4205372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1"/>
                  </a:moveTo>
                  <a:cubicBezTo>
                    <a:pt x="1" y="1"/>
                    <a:pt x="1" y="108"/>
                    <a:pt x="1" y="108"/>
                  </a:cubicBezTo>
                  <a:cubicBezTo>
                    <a:pt x="1" y="108"/>
                    <a:pt x="1" y="215"/>
                    <a:pt x="108" y="215"/>
                  </a:cubicBezTo>
                  <a:lnTo>
                    <a:pt x="215" y="108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35"/>
            <p:cNvSpPr/>
            <p:nvPr/>
          </p:nvSpPr>
          <p:spPr>
            <a:xfrm>
              <a:off x="2278754" y="4350656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0"/>
                  </a:moveTo>
                  <a:cubicBezTo>
                    <a:pt x="135" y="0"/>
                    <a:pt x="1" y="0"/>
                    <a:pt x="1" y="107"/>
                  </a:cubicBezTo>
                  <a:lnTo>
                    <a:pt x="135" y="214"/>
                  </a:lnTo>
                  <a:lnTo>
                    <a:pt x="242" y="107"/>
                  </a:lnTo>
                  <a:cubicBezTo>
                    <a:pt x="242" y="0"/>
                    <a:pt x="135" y="0"/>
                    <a:pt x="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5"/>
            <p:cNvSpPr/>
            <p:nvPr/>
          </p:nvSpPr>
          <p:spPr>
            <a:xfrm>
              <a:off x="2456593" y="4350656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0"/>
                  </a:moveTo>
                  <a:cubicBezTo>
                    <a:pt x="0" y="0"/>
                    <a:pt x="0" y="0"/>
                    <a:pt x="0" y="107"/>
                  </a:cubicBezTo>
                  <a:lnTo>
                    <a:pt x="0" y="214"/>
                  </a:lnTo>
                  <a:cubicBezTo>
                    <a:pt x="107" y="214"/>
                    <a:pt x="107" y="107"/>
                    <a:pt x="107" y="107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5"/>
            <p:cNvSpPr/>
            <p:nvPr/>
          </p:nvSpPr>
          <p:spPr>
            <a:xfrm>
              <a:off x="2624328" y="4350656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08" y="0"/>
                    <a:pt x="0" y="0"/>
                    <a:pt x="0" y="107"/>
                  </a:cubicBezTo>
                  <a:cubicBezTo>
                    <a:pt x="108" y="107"/>
                    <a:pt x="108" y="107"/>
                    <a:pt x="108" y="214"/>
                  </a:cubicBezTo>
                  <a:cubicBezTo>
                    <a:pt x="215" y="214"/>
                    <a:pt x="215" y="107"/>
                    <a:pt x="215" y="107"/>
                  </a:cubicBezTo>
                  <a:cubicBezTo>
                    <a:pt x="215" y="0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5"/>
            <p:cNvSpPr/>
            <p:nvPr/>
          </p:nvSpPr>
          <p:spPr>
            <a:xfrm>
              <a:off x="2802073" y="4350656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" y="0"/>
                    <a:pt x="1" y="0"/>
                    <a:pt x="1" y="107"/>
                  </a:cubicBezTo>
                  <a:cubicBezTo>
                    <a:pt x="1" y="107"/>
                    <a:pt x="1" y="214"/>
                    <a:pt x="108" y="214"/>
                  </a:cubicBezTo>
                  <a:lnTo>
                    <a:pt x="215" y="107"/>
                  </a:lnTo>
                  <a:cubicBezTo>
                    <a:pt x="215" y="0"/>
                    <a:pt x="108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5"/>
            <p:cNvSpPr/>
            <p:nvPr/>
          </p:nvSpPr>
          <p:spPr>
            <a:xfrm>
              <a:off x="2278754" y="4495845"/>
              <a:ext cx="22639" cy="10103"/>
            </a:xfrm>
            <a:custGeom>
              <a:avLst/>
              <a:gdLst/>
              <a:ahLst/>
              <a:cxnLst/>
              <a:rect l="l" t="t" r="r" b="b"/>
              <a:pathLst>
                <a:path w="242" h="108" extrusionOk="0">
                  <a:moveTo>
                    <a:pt x="135" y="1"/>
                  </a:moveTo>
                  <a:cubicBezTo>
                    <a:pt x="135" y="1"/>
                    <a:pt x="1" y="1"/>
                    <a:pt x="1" y="108"/>
                  </a:cubicBezTo>
                  <a:lnTo>
                    <a:pt x="242" y="108"/>
                  </a:lnTo>
                  <a:cubicBezTo>
                    <a:pt x="242" y="1"/>
                    <a:pt x="135" y="1"/>
                    <a:pt x="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5"/>
            <p:cNvSpPr/>
            <p:nvPr/>
          </p:nvSpPr>
          <p:spPr>
            <a:xfrm>
              <a:off x="2456593" y="4495845"/>
              <a:ext cx="10103" cy="15342"/>
            </a:xfrm>
            <a:custGeom>
              <a:avLst/>
              <a:gdLst/>
              <a:ahLst/>
              <a:cxnLst/>
              <a:rect l="l" t="t" r="r" b="b"/>
              <a:pathLst>
                <a:path w="108" h="164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cubicBezTo>
                    <a:pt x="32" y="148"/>
                    <a:pt x="55" y="164"/>
                    <a:pt x="70" y="164"/>
                  </a:cubicBezTo>
                  <a:cubicBezTo>
                    <a:pt x="107" y="164"/>
                    <a:pt x="107" y="76"/>
                    <a:pt x="1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5"/>
            <p:cNvSpPr/>
            <p:nvPr/>
          </p:nvSpPr>
          <p:spPr>
            <a:xfrm>
              <a:off x="2624328" y="4495845"/>
              <a:ext cx="20113" cy="15342"/>
            </a:xfrm>
            <a:custGeom>
              <a:avLst/>
              <a:gdLst/>
              <a:ahLst/>
              <a:cxnLst/>
              <a:rect l="l" t="t" r="r" b="b"/>
              <a:pathLst>
                <a:path w="215" h="164" extrusionOk="0">
                  <a:moveTo>
                    <a:pt x="108" y="1"/>
                  </a:moveTo>
                  <a:cubicBezTo>
                    <a:pt x="108" y="1"/>
                    <a:pt x="0" y="1"/>
                    <a:pt x="0" y="108"/>
                  </a:cubicBezTo>
                  <a:lnTo>
                    <a:pt x="108" y="108"/>
                  </a:lnTo>
                  <a:cubicBezTo>
                    <a:pt x="140" y="148"/>
                    <a:pt x="162" y="164"/>
                    <a:pt x="178" y="164"/>
                  </a:cubicBezTo>
                  <a:cubicBezTo>
                    <a:pt x="215" y="164"/>
                    <a:pt x="215" y="76"/>
                    <a:pt x="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5"/>
            <p:cNvSpPr/>
            <p:nvPr/>
          </p:nvSpPr>
          <p:spPr>
            <a:xfrm>
              <a:off x="2802073" y="4495845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108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5"/>
            <p:cNvSpPr/>
            <p:nvPr/>
          </p:nvSpPr>
          <p:spPr>
            <a:xfrm>
              <a:off x="2278754" y="4643561"/>
              <a:ext cx="22639" cy="10103"/>
            </a:xfrm>
            <a:custGeom>
              <a:avLst/>
              <a:gdLst/>
              <a:ahLst/>
              <a:cxnLst/>
              <a:rect l="l" t="t" r="r" b="b"/>
              <a:pathLst>
                <a:path w="242" h="108" extrusionOk="0">
                  <a:moveTo>
                    <a:pt x="135" y="1"/>
                  </a:moveTo>
                  <a:cubicBezTo>
                    <a:pt x="135" y="1"/>
                    <a:pt x="1" y="1"/>
                    <a:pt x="1" y="108"/>
                  </a:cubicBezTo>
                  <a:lnTo>
                    <a:pt x="242" y="108"/>
                  </a:lnTo>
                  <a:cubicBezTo>
                    <a:pt x="242" y="1"/>
                    <a:pt x="135" y="1"/>
                    <a:pt x="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5"/>
            <p:cNvSpPr/>
            <p:nvPr/>
          </p:nvSpPr>
          <p:spPr>
            <a:xfrm>
              <a:off x="2456593" y="4643561"/>
              <a:ext cx="10103" cy="10103"/>
            </a:xfrm>
            <a:custGeom>
              <a:avLst/>
              <a:gdLst/>
              <a:ahLst/>
              <a:cxnLst/>
              <a:rect l="l" t="t" r="r" b="b"/>
              <a:pathLst>
                <a:path w="108" h="108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lnTo>
                    <a:pt x="107" y="10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5"/>
            <p:cNvSpPr/>
            <p:nvPr/>
          </p:nvSpPr>
          <p:spPr>
            <a:xfrm>
              <a:off x="2624328" y="4643561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08" y="1"/>
                    <a:pt x="0" y="1"/>
                    <a:pt x="0" y="108"/>
                  </a:cubicBezTo>
                  <a:lnTo>
                    <a:pt x="215" y="108"/>
                  </a:ln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5"/>
            <p:cNvSpPr/>
            <p:nvPr/>
          </p:nvSpPr>
          <p:spPr>
            <a:xfrm>
              <a:off x="2802073" y="4643561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108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" name="Google Shape;204;p35"/>
          <p:cNvGrpSpPr/>
          <p:nvPr/>
        </p:nvGrpSpPr>
        <p:grpSpPr>
          <a:xfrm>
            <a:off x="548547" y="2097130"/>
            <a:ext cx="541000" cy="741197"/>
            <a:chOff x="548547" y="2097130"/>
            <a:chExt cx="541000" cy="741197"/>
          </a:xfrm>
        </p:grpSpPr>
        <p:sp>
          <p:nvSpPr>
            <p:cNvPr id="205" name="Google Shape;205;p35"/>
            <p:cNvSpPr/>
            <p:nvPr/>
          </p:nvSpPr>
          <p:spPr>
            <a:xfrm>
              <a:off x="548547" y="2097130"/>
              <a:ext cx="20113" cy="14500"/>
            </a:xfrm>
            <a:custGeom>
              <a:avLst/>
              <a:gdLst/>
              <a:ahLst/>
              <a:cxnLst/>
              <a:rect l="l" t="t" r="r" b="b"/>
              <a:pathLst>
                <a:path w="215" h="155" extrusionOk="0">
                  <a:moveTo>
                    <a:pt x="108" y="0"/>
                  </a:moveTo>
                  <a:cubicBezTo>
                    <a:pt x="108" y="0"/>
                    <a:pt x="1" y="0"/>
                    <a:pt x="1" y="107"/>
                  </a:cubicBezTo>
                  <a:lnTo>
                    <a:pt x="108" y="107"/>
                  </a:lnTo>
                  <a:cubicBezTo>
                    <a:pt x="143" y="143"/>
                    <a:pt x="167" y="155"/>
                    <a:pt x="183" y="155"/>
                  </a:cubicBezTo>
                  <a:cubicBezTo>
                    <a:pt x="215" y="155"/>
                    <a:pt x="215" y="107"/>
                    <a:pt x="215" y="107"/>
                  </a:cubicBezTo>
                  <a:cubicBezTo>
                    <a:pt x="215" y="0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5"/>
            <p:cNvSpPr/>
            <p:nvPr/>
          </p:nvSpPr>
          <p:spPr>
            <a:xfrm>
              <a:off x="726386" y="2097130"/>
              <a:ext cx="20113" cy="14500"/>
            </a:xfrm>
            <a:custGeom>
              <a:avLst/>
              <a:gdLst/>
              <a:ahLst/>
              <a:cxnLst/>
              <a:rect l="l" t="t" r="r" b="b"/>
              <a:pathLst>
                <a:path w="215" h="155" extrusionOk="0">
                  <a:moveTo>
                    <a:pt x="107" y="0"/>
                  </a:moveTo>
                  <a:cubicBezTo>
                    <a:pt x="0" y="0"/>
                    <a:pt x="0" y="0"/>
                    <a:pt x="0" y="107"/>
                  </a:cubicBezTo>
                  <a:lnTo>
                    <a:pt x="107" y="107"/>
                  </a:lnTo>
                  <a:cubicBezTo>
                    <a:pt x="107" y="143"/>
                    <a:pt x="119" y="155"/>
                    <a:pt x="135" y="155"/>
                  </a:cubicBezTo>
                  <a:cubicBezTo>
                    <a:pt x="167" y="155"/>
                    <a:pt x="214" y="107"/>
                    <a:pt x="214" y="107"/>
                  </a:cubicBezTo>
                  <a:cubicBezTo>
                    <a:pt x="214" y="0"/>
                    <a:pt x="107" y="0"/>
                    <a:pt x="1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5"/>
            <p:cNvSpPr/>
            <p:nvPr/>
          </p:nvSpPr>
          <p:spPr>
            <a:xfrm>
              <a:off x="901605" y="2097130"/>
              <a:ext cx="12629" cy="20113"/>
            </a:xfrm>
            <a:custGeom>
              <a:avLst/>
              <a:gdLst/>
              <a:ahLst/>
              <a:cxnLst/>
              <a:rect l="l" t="t" r="r" b="b"/>
              <a:pathLst>
                <a:path w="135" h="215" extrusionOk="0">
                  <a:moveTo>
                    <a:pt x="135" y="0"/>
                  </a:moveTo>
                  <a:cubicBezTo>
                    <a:pt x="1" y="0"/>
                    <a:pt x="1" y="0"/>
                    <a:pt x="1" y="107"/>
                  </a:cubicBezTo>
                  <a:cubicBezTo>
                    <a:pt x="1" y="107"/>
                    <a:pt x="1" y="214"/>
                    <a:pt x="135" y="214"/>
                  </a:cubicBezTo>
                  <a:lnTo>
                    <a:pt x="135" y="107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5"/>
            <p:cNvSpPr/>
            <p:nvPr/>
          </p:nvSpPr>
          <p:spPr>
            <a:xfrm>
              <a:off x="1069340" y="2097130"/>
              <a:ext cx="20207" cy="14500"/>
            </a:xfrm>
            <a:custGeom>
              <a:avLst/>
              <a:gdLst/>
              <a:ahLst/>
              <a:cxnLst/>
              <a:rect l="l" t="t" r="r" b="b"/>
              <a:pathLst>
                <a:path w="216" h="155" extrusionOk="0">
                  <a:moveTo>
                    <a:pt x="108" y="0"/>
                  </a:moveTo>
                  <a:cubicBezTo>
                    <a:pt x="108" y="0"/>
                    <a:pt x="1" y="0"/>
                    <a:pt x="1" y="107"/>
                  </a:cubicBezTo>
                  <a:lnTo>
                    <a:pt x="108" y="107"/>
                  </a:lnTo>
                  <a:cubicBezTo>
                    <a:pt x="144" y="143"/>
                    <a:pt x="168" y="155"/>
                    <a:pt x="183" y="155"/>
                  </a:cubicBezTo>
                  <a:cubicBezTo>
                    <a:pt x="215" y="155"/>
                    <a:pt x="215" y="107"/>
                    <a:pt x="215" y="107"/>
                  </a:cubicBezTo>
                  <a:cubicBezTo>
                    <a:pt x="215" y="0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5"/>
            <p:cNvSpPr/>
            <p:nvPr/>
          </p:nvSpPr>
          <p:spPr>
            <a:xfrm>
              <a:off x="548547" y="2242319"/>
              <a:ext cx="20113" cy="15342"/>
            </a:xfrm>
            <a:custGeom>
              <a:avLst/>
              <a:gdLst/>
              <a:ahLst/>
              <a:cxnLst/>
              <a:rect l="l" t="t" r="r" b="b"/>
              <a:pathLst>
                <a:path w="215" h="164" extrusionOk="0">
                  <a:moveTo>
                    <a:pt x="108" y="1"/>
                  </a:moveTo>
                  <a:cubicBezTo>
                    <a:pt x="108" y="1"/>
                    <a:pt x="1" y="1"/>
                    <a:pt x="1" y="108"/>
                  </a:cubicBezTo>
                  <a:lnTo>
                    <a:pt x="108" y="108"/>
                  </a:lnTo>
                  <a:cubicBezTo>
                    <a:pt x="140" y="148"/>
                    <a:pt x="162" y="164"/>
                    <a:pt x="178" y="164"/>
                  </a:cubicBezTo>
                  <a:cubicBezTo>
                    <a:pt x="215" y="164"/>
                    <a:pt x="215" y="76"/>
                    <a:pt x="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5"/>
            <p:cNvSpPr/>
            <p:nvPr/>
          </p:nvSpPr>
          <p:spPr>
            <a:xfrm>
              <a:off x="726386" y="2242319"/>
              <a:ext cx="20113" cy="15342"/>
            </a:xfrm>
            <a:custGeom>
              <a:avLst/>
              <a:gdLst/>
              <a:ahLst/>
              <a:cxnLst/>
              <a:rect l="l" t="t" r="r" b="b"/>
              <a:pathLst>
                <a:path w="215" h="164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lnTo>
                    <a:pt x="107" y="108"/>
                  </a:lnTo>
                  <a:cubicBezTo>
                    <a:pt x="107" y="148"/>
                    <a:pt x="117" y="164"/>
                    <a:pt x="130" y="164"/>
                  </a:cubicBezTo>
                  <a:cubicBezTo>
                    <a:pt x="162" y="164"/>
                    <a:pt x="214" y="76"/>
                    <a:pt x="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5"/>
            <p:cNvSpPr/>
            <p:nvPr/>
          </p:nvSpPr>
          <p:spPr>
            <a:xfrm>
              <a:off x="901605" y="2242319"/>
              <a:ext cx="12629" cy="10103"/>
            </a:xfrm>
            <a:custGeom>
              <a:avLst/>
              <a:gdLst/>
              <a:ahLst/>
              <a:cxnLst/>
              <a:rect l="l" t="t" r="r" b="b"/>
              <a:pathLst>
                <a:path w="135" h="108" extrusionOk="0">
                  <a:moveTo>
                    <a:pt x="135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135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5"/>
            <p:cNvSpPr/>
            <p:nvPr/>
          </p:nvSpPr>
          <p:spPr>
            <a:xfrm>
              <a:off x="1069340" y="2242319"/>
              <a:ext cx="20207" cy="15342"/>
            </a:xfrm>
            <a:custGeom>
              <a:avLst/>
              <a:gdLst/>
              <a:ahLst/>
              <a:cxnLst/>
              <a:rect l="l" t="t" r="r" b="b"/>
              <a:pathLst>
                <a:path w="216" h="164" extrusionOk="0">
                  <a:moveTo>
                    <a:pt x="108" y="1"/>
                  </a:moveTo>
                  <a:cubicBezTo>
                    <a:pt x="108" y="1"/>
                    <a:pt x="1" y="1"/>
                    <a:pt x="1" y="108"/>
                  </a:cubicBezTo>
                  <a:lnTo>
                    <a:pt x="108" y="108"/>
                  </a:lnTo>
                  <a:cubicBezTo>
                    <a:pt x="140" y="148"/>
                    <a:pt x="163" y="164"/>
                    <a:pt x="178" y="164"/>
                  </a:cubicBezTo>
                  <a:cubicBezTo>
                    <a:pt x="215" y="164"/>
                    <a:pt x="215" y="76"/>
                    <a:pt x="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5"/>
            <p:cNvSpPr/>
            <p:nvPr/>
          </p:nvSpPr>
          <p:spPr>
            <a:xfrm>
              <a:off x="548547" y="2390035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08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5"/>
            <p:cNvSpPr/>
            <p:nvPr/>
          </p:nvSpPr>
          <p:spPr>
            <a:xfrm>
              <a:off x="726386" y="2390035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lnTo>
                    <a:pt x="214" y="108"/>
                  </a:lnTo>
                  <a:cubicBezTo>
                    <a:pt x="214" y="1"/>
                    <a:pt x="107" y="1"/>
                    <a:pt x="1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5"/>
            <p:cNvSpPr/>
            <p:nvPr/>
          </p:nvSpPr>
          <p:spPr>
            <a:xfrm>
              <a:off x="901605" y="2390035"/>
              <a:ext cx="12629" cy="10103"/>
            </a:xfrm>
            <a:custGeom>
              <a:avLst/>
              <a:gdLst/>
              <a:ahLst/>
              <a:cxnLst/>
              <a:rect l="l" t="t" r="r" b="b"/>
              <a:pathLst>
                <a:path w="135" h="108" extrusionOk="0">
                  <a:moveTo>
                    <a:pt x="135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135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5"/>
            <p:cNvSpPr/>
            <p:nvPr/>
          </p:nvSpPr>
          <p:spPr>
            <a:xfrm>
              <a:off x="1069340" y="2390035"/>
              <a:ext cx="20207" cy="10103"/>
            </a:xfrm>
            <a:custGeom>
              <a:avLst/>
              <a:gdLst/>
              <a:ahLst/>
              <a:cxnLst/>
              <a:rect l="l" t="t" r="r" b="b"/>
              <a:pathLst>
                <a:path w="216" h="108" extrusionOk="0">
                  <a:moveTo>
                    <a:pt x="108" y="1"/>
                  </a:moveTo>
                  <a:cubicBezTo>
                    <a:pt x="108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5"/>
            <p:cNvSpPr/>
            <p:nvPr/>
          </p:nvSpPr>
          <p:spPr>
            <a:xfrm>
              <a:off x="548547" y="2535318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" y="0"/>
                  </a:moveTo>
                  <a:cubicBezTo>
                    <a:pt x="1" y="107"/>
                    <a:pt x="108" y="107"/>
                    <a:pt x="108" y="107"/>
                  </a:cubicBezTo>
                  <a:cubicBezTo>
                    <a:pt x="215" y="107"/>
                    <a:pt x="215" y="107"/>
                    <a:pt x="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5"/>
            <p:cNvSpPr/>
            <p:nvPr/>
          </p:nvSpPr>
          <p:spPr>
            <a:xfrm>
              <a:off x="726386" y="2535318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0" y="0"/>
                  </a:moveTo>
                  <a:cubicBezTo>
                    <a:pt x="0" y="107"/>
                    <a:pt x="0" y="107"/>
                    <a:pt x="107" y="107"/>
                  </a:cubicBezTo>
                  <a:cubicBezTo>
                    <a:pt x="107" y="107"/>
                    <a:pt x="214" y="107"/>
                    <a:pt x="2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5"/>
            <p:cNvSpPr/>
            <p:nvPr/>
          </p:nvSpPr>
          <p:spPr>
            <a:xfrm>
              <a:off x="901605" y="2535318"/>
              <a:ext cx="12629" cy="10103"/>
            </a:xfrm>
            <a:custGeom>
              <a:avLst/>
              <a:gdLst/>
              <a:ahLst/>
              <a:cxnLst/>
              <a:rect l="l" t="t" r="r" b="b"/>
              <a:pathLst>
                <a:path w="135" h="108" extrusionOk="0">
                  <a:moveTo>
                    <a:pt x="1" y="0"/>
                  </a:moveTo>
                  <a:cubicBezTo>
                    <a:pt x="1" y="107"/>
                    <a:pt x="1" y="107"/>
                    <a:pt x="135" y="107"/>
                  </a:cubicBezTo>
                  <a:lnTo>
                    <a:pt x="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5"/>
            <p:cNvSpPr/>
            <p:nvPr/>
          </p:nvSpPr>
          <p:spPr>
            <a:xfrm>
              <a:off x="1069340" y="2535318"/>
              <a:ext cx="20207" cy="10103"/>
            </a:xfrm>
            <a:custGeom>
              <a:avLst/>
              <a:gdLst/>
              <a:ahLst/>
              <a:cxnLst/>
              <a:rect l="l" t="t" r="r" b="b"/>
              <a:pathLst>
                <a:path w="216" h="108" extrusionOk="0">
                  <a:moveTo>
                    <a:pt x="1" y="0"/>
                  </a:moveTo>
                  <a:cubicBezTo>
                    <a:pt x="1" y="107"/>
                    <a:pt x="108" y="107"/>
                    <a:pt x="108" y="107"/>
                  </a:cubicBezTo>
                  <a:cubicBezTo>
                    <a:pt x="215" y="107"/>
                    <a:pt x="215" y="107"/>
                    <a:pt x="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5"/>
            <p:cNvSpPr/>
            <p:nvPr/>
          </p:nvSpPr>
          <p:spPr>
            <a:xfrm>
              <a:off x="548547" y="2676391"/>
              <a:ext cx="20113" cy="14220"/>
            </a:xfrm>
            <a:custGeom>
              <a:avLst/>
              <a:gdLst/>
              <a:ahLst/>
              <a:cxnLst/>
              <a:rect l="l" t="t" r="r" b="b"/>
              <a:pathLst>
                <a:path w="215" h="152" extrusionOk="0">
                  <a:moveTo>
                    <a:pt x="86" y="0"/>
                  </a:moveTo>
                  <a:cubicBezTo>
                    <a:pt x="54" y="0"/>
                    <a:pt x="1" y="76"/>
                    <a:pt x="1" y="152"/>
                  </a:cubicBezTo>
                  <a:lnTo>
                    <a:pt x="108" y="152"/>
                  </a:lnTo>
                  <a:cubicBezTo>
                    <a:pt x="215" y="152"/>
                    <a:pt x="215" y="152"/>
                    <a:pt x="215" y="45"/>
                  </a:cubicBezTo>
                  <a:lnTo>
                    <a:pt x="108" y="45"/>
                  </a:lnTo>
                  <a:cubicBezTo>
                    <a:pt x="108" y="13"/>
                    <a:pt x="99" y="0"/>
                    <a:pt x="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5"/>
            <p:cNvSpPr/>
            <p:nvPr/>
          </p:nvSpPr>
          <p:spPr>
            <a:xfrm>
              <a:off x="726386" y="2676391"/>
              <a:ext cx="20113" cy="14220"/>
            </a:xfrm>
            <a:custGeom>
              <a:avLst/>
              <a:gdLst/>
              <a:ahLst/>
              <a:cxnLst/>
              <a:rect l="l" t="t" r="r" b="b"/>
              <a:pathLst>
                <a:path w="215" h="152" extrusionOk="0">
                  <a:moveTo>
                    <a:pt x="38" y="0"/>
                  </a:moveTo>
                  <a:cubicBezTo>
                    <a:pt x="0" y="0"/>
                    <a:pt x="0" y="76"/>
                    <a:pt x="0" y="152"/>
                  </a:cubicBezTo>
                  <a:lnTo>
                    <a:pt x="107" y="152"/>
                  </a:lnTo>
                  <a:cubicBezTo>
                    <a:pt x="107" y="152"/>
                    <a:pt x="214" y="152"/>
                    <a:pt x="214" y="45"/>
                  </a:cubicBezTo>
                  <a:lnTo>
                    <a:pt x="107" y="45"/>
                  </a:lnTo>
                  <a:cubicBezTo>
                    <a:pt x="76" y="13"/>
                    <a:pt x="54" y="0"/>
                    <a:pt x="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35"/>
            <p:cNvSpPr/>
            <p:nvPr/>
          </p:nvSpPr>
          <p:spPr>
            <a:xfrm>
              <a:off x="901605" y="2680507"/>
              <a:ext cx="12629" cy="10103"/>
            </a:xfrm>
            <a:custGeom>
              <a:avLst/>
              <a:gdLst/>
              <a:ahLst/>
              <a:cxnLst/>
              <a:rect l="l" t="t" r="r" b="b"/>
              <a:pathLst>
                <a:path w="135" h="108" extrusionOk="0">
                  <a:moveTo>
                    <a:pt x="1" y="1"/>
                  </a:moveTo>
                  <a:cubicBezTo>
                    <a:pt x="1" y="108"/>
                    <a:pt x="1" y="108"/>
                    <a:pt x="135" y="108"/>
                  </a:cubicBez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5"/>
            <p:cNvSpPr/>
            <p:nvPr/>
          </p:nvSpPr>
          <p:spPr>
            <a:xfrm>
              <a:off x="1069340" y="2676391"/>
              <a:ext cx="20207" cy="14220"/>
            </a:xfrm>
            <a:custGeom>
              <a:avLst/>
              <a:gdLst/>
              <a:ahLst/>
              <a:cxnLst/>
              <a:rect l="l" t="t" r="r" b="b"/>
              <a:pathLst>
                <a:path w="216" h="152" extrusionOk="0">
                  <a:moveTo>
                    <a:pt x="86" y="0"/>
                  </a:moveTo>
                  <a:cubicBezTo>
                    <a:pt x="55" y="0"/>
                    <a:pt x="1" y="76"/>
                    <a:pt x="1" y="152"/>
                  </a:cubicBezTo>
                  <a:lnTo>
                    <a:pt x="108" y="152"/>
                  </a:lnTo>
                  <a:cubicBezTo>
                    <a:pt x="215" y="152"/>
                    <a:pt x="215" y="152"/>
                    <a:pt x="215" y="45"/>
                  </a:cubicBezTo>
                  <a:lnTo>
                    <a:pt x="108" y="45"/>
                  </a:lnTo>
                  <a:cubicBezTo>
                    <a:pt x="108" y="13"/>
                    <a:pt x="99" y="0"/>
                    <a:pt x="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5"/>
            <p:cNvSpPr/>
            <p:nvPr/>
          </p:nvSpPr>
          <p:spPr>
            <a:xfrm>
              <a:off x="548547" y="2815687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8" y="1"/>
                  </a:moveTo>
                  <a:lnTo>
                    <a:pt x="1" y="135"/>
                  </a:lnTo>
                  <a:lnTo>
                    <a:pt x="108" y="242"/>
                  </a:lnTo>
                  <a:cubicBezTo>
                    <a:pt x="215" y="242"/>
                    <a:pt x="215" y="242"/>
                    <a:pt x="215" y="135"/>
                  </a:cubicBez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5"/>
            <p:cNvSpPr/>
            <p:nvPr/>
          </p:nvSpPr>
          <p:spPr>
            <a:xfrm>
              <a:off x="726386" y="2815687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7" y="1"/>
                  </a:moveTo>
                  <a:cubicBezTo>
                    <a:pt x="0" y="1"/>
                    <a:pt x="0" y="135"/>
                    <a:pt x="0" y="135"/>
                  </a:cubicBezTo>
                  <a:cubicBezTo>
                    <a:pt x="0" y="242"/>
                    <a:pt x="0" y="242"/>
                    <a:pt x="107" y="242"/>
                  </a:cubicBezTo>
                  <a:cubicBezTo>
                    <a:pt x="107" y="242"/>
                    <a:pt x="214" y="242"/>
                    <a:pt x="214" y="135"/>
                  </a:cubicBezTo>
                  <a:cubicBezTo>
                    <a:pt x="214" y="135"/>
                    <a:pt x="107" y="135"/>
                    <a:pt x="1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5"/>
            <p:cNvSpPr/>
            <p:nvPr/>
          </p:nvSpPr>
          <p:spPr>
            <a:xfrm>
              <a:off x="901605" y="2815687"/>
              <a:ext cx="12629" cy="22639"/>
            </a:xfrm>
            <a:custGeom>
              <a:avLst/>
              <a:gdLst/>
              <a:ahLst/>
              <a:cxnLst/>
              <a:rect l="l" t="t" r="r" b="b"/>
              <a:pathLst>
                <a:path w="135" h="242" extrusionOk="0">
                  <a:moveTo>
                    <a:pt x="135" y="1"/>
                  </a:moveTo>
                  <a:cubicBezTo>
                    <a:pt x="1" y="1"/>
                    <a:pt x="1" y="135"/>
                    <a:pt x="1" y="135"/>
                  </a:cubicBezTo>
                  <a:cubicBezTo>
                    <a:pt x="1" y="242"/>
                    <a:pt x="1" y="242"/>
                    <a:pt x="135" y="242"/>
                  </a:cubicBezTo>
                  <a:lnTo>
                    <a:pt x="135" y="135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5"/>
            <p:cNvSpPr/>
            <p:nvPr/>
          </p:nvSpPr>
          <p:spPr>
            <a:xfrm>
              <a:off x="1069340" y="2815687"/>
              <a:ext cx="20207" cy="22639"/>
            </a:xfrm>
            <a:custGeom>
              <a:avLst/>
              <a:gdLst/>
              <a:ahLst/>
              <a:cxnLst/>
              <a:rect l="l" t="t" r="r" b="b"/>
              <a:pathLst>
                <a:path w="216" h="242" extrusionOk="0">
                  <a:moveTo>
                    <a:pt x="108" y="1"/>
                  </a:moveTo>
                  <a:lnTo>
                    <a:pt x="1" y="135"/>
                  </a:lnTo>
                  <a:cubicBezTo>
                    <a:pt x="1" y="242"/>
                    <a:pt x="108" y="242"/>
                    <a:pt x="108" y="242"/>
                  </a:cubicBezTo>
                  <a:cubicBezTo>
                    <a:pt x="215" y="242"/>
                    <a:pt x="215" y="242"/>
                    <a:pt x="215" y="135"/>
                  </a:cubicBez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" name="Google Shape;229;p35"/>
          <p:cNvGrpSpPr/>
          <p:nvPr/>
        </p:nvGrpSpPr>
        <p:grpSpPr>
          <a:xfrm>
            <a:off x="2261368" y="361537"/>
            <a:ext cx="6106104" cy="3100263"/>
            <a:chOff x="2488549" y="1536542"/>
            <a:chExt cx="1572401" cy="798358"/>
          </a:xfrm>
        </p:grpSpPr>
        <p:sp>
          <p:nvSpPr>
            <p:cNvPr id="230" name="Google Shape;230;p35"/>
            <p:cNvSpPr/>
            <p:nvPr/>
          </p:nvSpPr>
          <p:spPr>
            <a:xfrm>
              <a:off x="4038175" y="1788200"/>
              <a:ext cx="22775" cy="22775"/>
            </a:xfrm>
            <a:custGeom>
              <a:avLst/>
              <a:gdLst/>
              <a:ahLst/>
              <a:cxnLst/>
              <a:rect l="l" t="t" r="r" b="b"/>
              <a:pathLst>
                <a:path w="911" h="911" fill="none" extrusionOk="0">
                  <a:moveTo>
                    <a:pt x="910" y="455"/>
                  </a:moveTo>
                  <a:cubicBezTo>
                    <a:pt x="910" y="669"/>
                    <a:pt x="669" y="910"/>
                    <a:pt x="455" y="910"/>
                  </a:cubicBezTo>
                  <a:cubicBezTo>
                    <a:pt x="241" y="910"/>
                    <a:pt x="0" y="669"/>
                    <a:pt x="0" y="455"/>
                  </a:cubicBezTo>
                  <a:cubicBezTo>
                    <a:pt x="0" y="241"/>
                    <a:pt x="241" y="0"/>
                    <a:pt x="455" y="0"/>
                  </a:cubicBezTo>
                  <a:cubicBezTo>
                    <a:pt x="669" y="0"/>
                    <a:pt x="910" y="241"/>
                    <a:pt x="910" y="455"/>
                  </a:cubicBezTo>
                  <a:close/>
                </a:path>
              </a:pathLst>
            </a:custGeom>
            <a:noFill/>
            <a:ln w="11375" cap="flat" cmpd="sng">
              <a:solidFill>
                <a:schemeClr val="lt1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5"/>
            <p:cNvSpPr/>
            <p:nvPr/>
          </p:nvSpPr>
          <p:spPr>
            <a:xfrm>
              <a:off x="3884925" y="2312800"/>
              <a:ext cx="22125" cy="22100"/>
            </a:xfrm>
            <a:custGeom>
              <a:avLst/>
              <a:gdLst/>
              <a:ahLst/>
              <a:cxnLst/>
              <a:rect l="l" t="t" r="r" b="b"/>
              <a:pathLst>
                <a:path w="885" h="884" fill="none" extrusionOk="0">
                  <a:moveTo>
                    <a:pt x="884" y="429"/>
                  </a:moveTo>
                  <a:cubicBezTo>
                    <a:pt x="884" y="777"/>
                    <a:pt x="777" y="884"/>
                    <a:pt x="456" y="884"/>
                  </a:cubicBezTo>
                  <a:cubicBezTo>
                    <a:pt x="215" y="884"/>
                    <a:pt x="1" y="777"/>
                    <a:pt x="1" y="429"/>
                  </a:cubicBezTo>
                  <a:cubicBezTo>
                    <a:pt x="1" y="214"/>
                    <a:pt x="215" y="0"/>
                    <a:pt x="456" y="0"/>
                  </a:cubicBezTo>
                  <a:cubicBezTo>
                    <a:pt x="777" y="0"/>
                    <a:pt x="884" y="214"/>
                    <a:pt x="884" y="429"/>
                  </a:cubicBezTo>
                  <a:close/>
                </a:path>
              </a:pathLst>
            </a:custGeom>
            <a:noFill/>
            <a:ln w="11375" cap="flat" cmpd="sng">
              <a:solidFill>
                <a:schemeClr val="lt1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5"/>
            <p:cNvSpPr/>
            <p:nvPr/>
          </p:nvSpPr>
          <p:spPr>
            <a:xfrm>
              <a:off x="2488549" y="1536542"/>
              <a:ext cx="52875" cy="50200"/>
            </a:xfrm>
            <a:custGeom>
              <a:avLst/>
              <a:gdLst/>
              <a:ahLst/>
              <a:cxnLst/>
              <a:rect l="l" t="t" r="r" b="b"/>
              <a:pathLst>
                <a:path w="2115" h="2008" fill="none" extrusionOk="0">
                  <a:moveTo>
                    <a:pt x="1874" y="776"/>
                  </a:moveTo>
                  <a:cubicBezTo>
                    <a:pt x="2115" y="1445"/>
                    <a:pt x="1446" y="2007"/>
                    <a:pt x="776" y="1900"/>
                  </a:cubicBezTo>
                  <a:cubicBezTo>
                    <a:pt x="428" y="1793"/>
                    <a:pt x="214" y="1552"/>
                    <a:pt x="107" y="1231"/>
                  </a:cubicBezTo>
                  <a:cubicBezTo>
                    <a:pt x="0" y="562"/>
                    <a:pt x="536" y="0"/>
                    <a:pt x="1205" y="107"/>
                  </a:cubicBezTo>
                  <a:cubicBezTo>
                    <a:pt x="1553" y="214"/>
                    <a:pt x="1767" y="455"/>
                    <a:pt x="1874" y="776"/>
                  </a:cubicBezTo>
                  <a:close/>
                </a:path>
              </a:pathLst>
            </a:custGeom>
            <a:noFill/>
            <a:ln w="11375" cap="flat" cmpd="sng">
              <a:solidFill>
                <a:schemeClr val="lt1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600" dirty="0" smtClean="0"/>
              <a:t>Cloud service</a:t>
            </a:r>
            <a:endParaRPr lang="en-US" sz="3600" dirty="0"/>
          </a:p>
        </p:txBody>
      </p:sp>
      <p:sp>
        <p:nvSpPr>
          <p:cNvPr id="238" name="Google Shape;238;p36"/>
          <p:cNvSpPr txBox="1">
            <a:spLocks noGrp="1"/>
          </p:cNvSpPr>
          <p:nvPr>
            <p:ph type="body" idx="1"/>
          </p:nvPr>
        </p:nvSpPr>
        <p:spPr>
          <a:xfrm>
            <a:off x="720000" y="1765190"/>
            <a:ext cx="3595754" cy="23839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sz="2800" dirty="0"/>
              <a:t>P</a:t>
            </a:r>
            <a:r>
              <a:rPr lang="en-US" sz="2800" dirty="0" smtClean="0"/>
              <a:t>rocessing </a:t>
            </a:r>
            <a:r>
              <a:rPr lang="en-US" sz="2800" dirty="0"/>
              <a:t>company's </a:t>
            </a:r>
            <a:r>
              <a:rPr lang="en-US" sz="2800" dirty="0" smtClean="0"/>
              <a:t>data to minimize losses</a:t>
            </a:r>
            <a:endParaRPr lang="en-US" sz="2800" dirty="0"/>
          </a:p>
          <a:p>
            <a:pPr marL="0" lvl="0" indent="0">
              <a:spcAft>
                <a:spcPts val="1600"/>
              </a:spcAft>
              <a:buNone/>
            </a:pPr>
            <a:endParaRPr sz="2800" dirty="0"/>
          </a:p>
        </p:txBody>
      </p:sp>
      <p:grpSp>
        <p:nvGrpSpPr>
          <p:cNvPr id="239" name="Google Shape;239;p36"/>
          <p:cNvGrpSpPr/>
          <p:nvPr/>
        </p:nvGrpSpPr>
        <p:grpSpPr>
          <a:xfrm>
            <a:off x="396318" y="1376775"/>
            <a:ext cx="8426679" cy="2929625"/>
            <a:chOff x="1890971" y="1788200"/>
            <a:chExt cx="2169979" cy="754416"/>
          </a:xfrm>
        </p:grpSpPr>
        <p:sp>
          <p:nvSpPr>
            <p:cNvPr id="240" name="Google Shape;240;p36"/>
            <p:cNvSpPr/>
            <p:nvPr/>
          </p:nvSpPr>
          <p:spPr>
            <a:xfrm>
              <a:off x="4038175" y="1788200"/>
              <a:ext cx="22775" cy="22775"/>
            </a:xfrm>
            <a:custGeom>
              <a:avLst/>
              <a:gdLst/>
              <a:ahLst/>
              <a:cxnLst/>
              <a:rect l="l" t="t" r="r" b="b"/>
              <a:pathLst>
                <a:path w="911" h="911" fill="none" extrusionOk="0">
                  <a:moveTo>
                    <a:pt x="910" y="455"/>
                  </a:moveTo>
                  <a:cubicBezTo>
                    <a:pt x="910" y="669"/>
                    <a:pt x="669" y="910"/>
                    <a:pt x="455" y="910"/>
                  </a:cubicBezTo>
                  <a:cubicBezTo>
                    <a:pt x="241" y="910"/>
                    <a:pt x="0" y="669"/>
                    <a:pt x="0" y="455"/>
                  </a:cubicBezTo>
                  <a:cubicBezTo>
                    <a:pt x="0" y="241"/>
                    <a:pt x="241" y="0"/>
                    <a:pt x="455" y="0"/>
                  </a:cubicBezTo>
                  <a:cubicBezTo>
                    <a:pt x="669" y="0"/>
                    <a:pt x="910" y="241"/>
                    <a:pt x="910" y="455"/>
                  </a:cubicBezTo>
                  <a:close/>
                </a:path>
              </a:pathLst>
            </a:custGeom>
            <a:noFill/>
            <a:ln w="11375" cap="flat" cmpd="sng">
              <a:solidFill>
                <a:schemeClr val="lt1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6"/>
            <p:cNvSpPr/>
            <p:nvPr/>
          </p:nvSpPr>
          <p:spPr>
            <a:xfrm>
              <a:off x="3968012" y="2520516"/>
              <a:ext cx="22125" cy="22100"/>
            </a:xfrm>
            <a:custGeom>
              <a:avLst/>
              <a:gdLst/>
              <a:ahLst/>
              <a:cxnLst/>
              <a:rect l="l" t="t" r="r" b="b"/>
              <a:pathLst>
                <a:path w="885" h="884" fill="none" extrusionOk="0">
                  <a:moveTo>
                    <a:pt x="884" y="429"/>
                  </a:moveTo>
                  <a:cubicBezTo>
                    <a:pt x="884" y="777"/>
                    <a:pt x="777" y="884"/>
                    <a:pt x="456" y="884"/>
                  </a:cubicBezTo>
                  <a:cubicBezTo>
                    <a:pt x="215" y="884"/>
                    <a:pt x="1" y="777"/>
                    <a:pt x="1" y="429"/>
                  </a:cubicBezTo>
                  <a:cubicBezTo>
                    <a:pt x="1" y="214"/>
                    <a:pt x="215" y="0"/>
                    <a:pt x="456" y="0"/>
                  </a:cubicBezTo>
                  <a:cubicBezTo>
                    <a:pt x="777" y="0"/>
                    <a:pt x="884" y="214"/>
                    <a:pt x="884" y="429"/>
                  </a:cubicBezTo>
                  <a:close/>
                </a:path>
              </a:pathLst>
            </a:custGeom>
            <a:noFill/>
            <a:ln w="11375" cap="flat" cmpd="sng">
              <a:solidFill>
                <a:schemeClr val="lt1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6"/>
            <p:cNvSpPr/>
            <p:nvPr/>
          </p:nvSpPr>
          <p:spPr>
            <a:xfrm>
              <a:off x="1890971" y="2312797"/>
              <a:ext cx="52875" cy="50200"/>
            </a:xfrm>
            <a:custGeom>
              <a:avLst/>
              <a:gdLst/>
              <a:ahLst/>
              <a:cxnLst/>
              <a:rect l="l" t="t" r="r" b="b"/>
              <a:pathLst>
                <a:path w="2115" h="2008" fill="none" extrusionOk="0">
                  <a:moveTo>
                    <a:pt x="1874" y="776"/>
                  </a:moveTo>
                  <a:cubicBezTo>
                    <a:pt x="2115" y="1445"/>
                    <a:pt x="1446" y="2007"/>
                    <a:pt x="776" y="1900"/>
                  </a:cubicBezTo>
                  <a:cubicBezTo>
                    <a:pt x="428" y="1793"/>
                    <a:pt x="214" y="1552"/>
                    <a:pt x="107" y="1231"/>
                  </a:cubicBezTo>
                  <a:cubicBezTo>
                    <a:pt x="0" y="562"/>
                    <a:pt x="536" y="0"/>
                    <a:pt x="1205" y="107"/>
                  </a:cubicBezTo>
                  <a:cubicBezTo>
                    <a:pt x="1553" y="214"/>
                    <a:pt x="1767" y="455"/>
                    <a:pt x="1874" y="776"/>
                  </a:cubicBezTo>
                  <a:close/>
                </a:path>
              </a:pathLst>
            </a:custGeom>
            <a:noFill/>
            <a:ln w="11375" cap="flat" cmpd="sng">
              <a:solidFill>
                <a:schemeClr val="lt1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826350"/>
            <a:ext cx="3747753" cy="37477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5"/>
          <p:cNvSpPr txBox="1">
            <a:spLocks noGrp="1"/>
          </p:cNvSpPr>
          <p:nvPr>
            <p:ph type="title" idx="3"/>
          </p:nvPr>
        </p:nvSpPr>
        <p:spPr>
          <a:xfrm>
            <a:off x="4149225" y="0"/>
            <a:ext cx="3604260" cy="9427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48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Our clients</a:t>
            </a:r>
            <a:endParaRPr sz="48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9" name="Рисунок 8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7" t="25724" r="14132" b="11734"/>
          <a:stretch/>
        </p:blipFill>
        <p:spPr>
          <a:xfrm>
            <a:off x="446569" y="1075194"/>
            <a:ext cx="3934178" cy="3170740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4711945" y="1075194"/>
            <a:ext cx="380827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n-US" sz="2800" dirty="0" smtClean="0">
                <a:solidFill>
                  <a:schemeClr val="bg1"/>
                </a:solidFill>
                <a:latin typeface="Raleway" panose="020B0604020202020204" charset="-52"/>
              </a:rPr>
              <a:t>Private </a:t>
            </a:r>
            <a:r>
              <a:rPr lang="en-US" sz="2800" dirty="0">
                <a:solidFill>
                  <a:schemeClr val="bg1"/>
                </a:solidFill>
                <a:latin typeface="Raleway" panose="020B0604020202020204" charset="-52"/>
              </a:rPr>
              <a:t>companies, that provide online learning service </a:t>
            </a:r>
            <a:r>
              <a:rPr lang="en-US" sz="2800" dirty="0" smtClean="0">
                <a:solidFill>
                  <a:schemeClr val="bg1"/>
                </a:solidFill>
                <a:latin typeface="Raleway" panose="020B0604020202020204" charset="-52"/>
              </a:rPr>
              <a:t>via video </a:t>
            </a:r>
            <a:r>
              <a:rPr lang="en-US" sz="2800" dirty="0" err="1" smtClean="0">
                <a:solidFill>
                  <a:schemeClr val="bg1"/>
                </a:solidFill>
                <a:latin typeface="Raleway" panose="020B0604020202020204" charset="-52"/>
              </a:rPr>
              <a:t>conferencaes</a:t>
            </a:r>
            <a:r>
              <a:rPr lang="en-US" sz="2800" dirty="0">
                <a:solidFill>
                  <a:schemeClr val="bg1"/>
                </a:solidFill>
                <a:latin typeface="Raleway" panose="020B0604020202020204" charset="-52"/>
              </a:rPr>
              <a:t>.</a:t>
            </a:r>
            <a:endParaRPr lang="en-US" sz="2800" dirty="0" smtClean="0">
              <a:solidFill>
                <a:schemeClr val="bg1"/>
              </a:solidFill>
              <a:latin typeface="Raleway" panose="020B0604020202020204" charset="-5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>
            <a:spLocks noGrp="1"/>
          </p:cNvSpPr>
          <p:nvPr>
            <p:ph type="title"/>
          </p:nvPr>
        </p:nvSpPr>
        <p:spPr>
          <a:xfrm>
            <a:off x="724701" y="213077"/>
            <a:ext cx="8204394" cy="10184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pc="300" dirty="0" smtClean="0"/>
              <a:t>CURRENT SITUATION IN ONLINE LEARNING SERVICES</a:t>
            </a:r>
            <a:endParaRPr lang="en-US" spc="300" dirty="0"/>
          </a:p>
        </p:txBody>
      </p:sp>
      <p:sp>
        <p:nvSpPr>
          <p:cNvPr id="248" name="Google Shape;248;p37"/>
          <p:cNvSpPr txBox="1">
            <a:spLocks noGrp="1"/>
          </p:cNvSpPr>
          <p:nvPr>
            <p:ph type="subTitle" idx="1"/>
          </p:nvPr>
        </p:nvSpPr>
        <p:spPr>
          <a:xfrm>
            <a:off x="6418166" y="2409866"/>
            <a:ext cx="243508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 </a:t>
            </a:r>
            <a:r>
              <a:rPr lang="en-US" dirty="0" smtClean="0"/>
              <a:t>High drop-out students</a:t>
            </a:r>
            <a:endParaRPr dirty="0"/>
          </a:p>
        </p:txBody>
      </p:sp>
      <p:sp>
        <p:nvSpPr>
          <p:cNvPr id="250" name="Google Shape;250;p37"/>
          <p:cNvSpPr txBox="1">
            <a:spLocks noGrp="1"/>
          </p:cNvSpPr>
          <p:nvPr>
            <p:ph type="subTitle" idx="3"/>
          </p:nvPr>
        </p:nvSpPr>
        <p:spPr>
          <a:xfrm>
            <a:off x="280680" y="3020477"/>
            <a:ext cx="2934739" cy="14203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 smtClean="0"/>
              <a:t>Only 10 % of students according to research continue active education throughout the course</a:t>
            </a:r>
            <a:endParaRPr dirty="0"/>
          </a:p>
        </p:txBody>
      </p:sp>
      <p:sp>
        <p:nvSpPr>
          <p:cNvPr id="251" name="Google Shape;251;p37"/>
          <p:cNvSpPr txBox="1">
            <a:spLocks noGrp="1"/>
          </p:cNvSpPr>
          <p:nvPr>
            <p:ph type="subTitle" idx="4"/>
          </p:nvPr>
        </p:nvSpPr>
        <p:spPr>
          <a:xfrm>
            <a:off x="3468531" y="2442627"/>
            <a:ext cx="231690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>
              <a:buClr>
                <a:schemeClr val="dk1"/>
              </a:buClr>
              <a:buSzPts val="1100"/>
            </a:pPr>
            <a:r>
              <a:rPr lang="en-US" sz="2000" dirty="0" smtClean="0"/>
              <a:t>Burnout of professors </a:t>
            </a:r>
            <a:endParaRPr lang="en-US" dirty="0"/>
          </a:p>
        </p:txBody>
      </p:sp>
      <p:sp>
        <p:nvSpPr>
          <p:cNvPr id="253" name="Google Shape;253;p37"/>
          <p:cNvSpPr txBox="1">
            <a:spLocks noGrp="1"/>
          </p:cNvSpPr>
          <p:nvPr>
            <p:ph type="subTitle" idx="6"/>
          </p:nvPr>
        </p:nvSpPr>
        <p:spPr>
          <a:xfrm>
            <a:off x="3361992" y="3030125"/>
            <a:ext cx="2546577" cy="9326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A</a:t>
            </a:r>
            <a:r>
              <a:rPr lang="en-US" dirty="0" smtClean="0"/>
              <a:t>s </a:t>
            </a:r>
            <a:r>
              <a:rPr lang="en-US" dirty="0"/>
              <a:t>a consequence, </a:t>
            </a:r>
            <a:r>
              <a:rPr lang="en-US" dirty="0" smtClean="0"/>
              <a:t>low </a:t>
            </a:r>
            <a:r>
              <a:rPr lang="en-US" dirty="0"/>
              <a:t>level of productivity and </a:t>
            </a:r>
            <a:r>
              <a:rPr lang="en-US" dirty="0" smtClean="0"/>
              <a:t>increase </a:t>
            </a:r>
            <a:r>
              <a:rPr lang="en-US" dirty="0"/>
              <a:t>rates of resignation</a:t>
            </a:r>
            <a:endParaRPr dirty="0"/>
          </a:p>
        </p:txBody>
      </p:sp>
      <p:sp>
        <p:nvSpPr>
          <p:cNvPr id="254" name="Google Shape;254;p37"/>
          <p:cNvSpPr txBox="1">
            <a:spLocks noGrp="1"/>
          </p:cNvSpPr>
          <p:nvPr>
            <p:ph type="subTitle" idx="7"/>
          </p:nvPr>
        </p:nvSpPr>
        <p:spPr>
          <a:xfrm>
            <a:off x="337159" y="2440508"/>
            <a:ext cx="2878260" cy="3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sz="2000" dirty="0" smtClean="0"/>
              <a:t>Low student’s engaged </a:t>
            </a:r>
            <a:endParaRPr lang="en-US" sz="2000" dirty="0"/>
          </a:p>
        </p:txBody>
      </p:sp>
      <p:sp>
        <p:nvSpPr>
          <p:cNvPr id="256" name="Google Shape;256;p37"/>
          <p:cNvSpPr txBox="1">
            <a:spLocks noGrp="1"/>
          </p:cNvSpPr>
          <p:nvPr>
            <p:ph type="subTitle" idx="9"/>
          </p:nvPr>
        </p:nvSpPr>
        <p:spPr>
          <a:xfrm>
            <a:off x="5961600" y="3026524"/>
            <a:ext cx="2897499" cy="10212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smtClean="0"/>
              <a:t>	Drop-out rates for distance learning students are higher than traditional</a:t>
            </a:r>
            <a:endParaRPr lang="ru-RU" dirty="0"/>
          </a:p>
        </p:txBody>
      </p:sp>
      <p:grpSp>
        <p:nvGrpSpPr>
          <p:cNvPr id="266" name="Google Shape;266;p37"/>
          <p:cNvGrpSpPr/>
          <p:nvPr/>
        </p:nvGrpSpPr>
        <p:grpSpPr>
          <a:xfrm>
            <a:off x="105579" y="4273092"/>
            <a:ext cx="543432" cy="741197"/>
            <a:chOff x="2278754" y="3912467"/>
            <a:chExt cx="543432" cy="741197"/>
          </a:xfrm>
        </p:grpSpPr>
        <p:sp>
          <p:nvSpPr>
            <p:cNvPr id="267" name="Google Shape;267;p37"/>
            <p:cNvSpPr/>
            <p:nvPr/>
          </p:nvSpPr>
          <p:spPr>
            <a:xfrm>
              <a:off x="2278754" y="3912467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0"/>
                  </a:moveTo>
                  <a:lnTo>
                    <a:pt x="1" y="107"/>
                  </a:lnTo>
                  <a:cubicBezTo>
                    <a:pt x="1" y="214"/>
                    <a:pt x="135" y="214"/>
                    <a:pt x="135" y="214"/>
                  </a:cubicBezTo>
                  <a:cubicBezTo>
                    <a:pt x="135" y="214"/>
                    <a:pt x="242" y="214"/>
                    <a:pt x="242" y="107"/>
                  </a:cubicBezTo>
                  <a:lnTo>
                    <a:pt x="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7"/>
            <p:cNvSpPr/>
            <p:nvPr/>
          </p:nvSpPr>
          <p:spPr>
            <a:xfrm>
              <a:off x="2456593" y="3912467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0"/>
                  </a:moveTo>
                  <a:cubicBezTo>
                    <a:pt x="0" y="0"/>
                    <a:pt x="0" y="107"/>
                    <a:pt x="0" y="107"/>
                  </a:cubicBezTo>
                  <a:lnTo>
                    <a:pt x="0" y="214"/>
                  </a:lnTo>
                  <a:cubicBezTo>
                    <a:pt x="107" y="214"/>
                    <a:pt x="107" y="214"/>
                    <a:pt x="107" y="107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7"/>
            <p:cNvSpPr/>
            <p:nvPr/>
          </p:nvSpPr>
          <p:spPr>
            <a:xfrm>
              <a:off x="2624328" y="3912467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lnTo>
                    <a:pt x="0" y="107"/>
                  </a:lnTo>
                  <a:lnTo>
                    <a:pt x="108" y="214"/>
                  </a:lnTo>
                  <a:cubicBezTo>
                    <a:pt x="215" y="214"/>
                    <a:pt x="215" y="214"/>
                    <a:pt x="215" y="107"/>
                  </a:cubicBezTo>
                  <a:cubicBezTo>
                    <a:pt x="215" y="107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7"/>
            <p:cNvSpPr/>
            <p:nvPr/>
          </p:nvSpPr>
          <p:spPr>
            <a:xfrm>
              <a:off x="2802073" y="3912467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" y="0"/>
                    <a:pt x="1" y="107"/>
                    <a:pt x="1" y="107"/>
                  </a:cubicBezTo>
                  <a:cubicBezTo>
                    <a:pt x="1" y="214"/>
                    <a:pt x="1" y="214"/>
                    <a:pt x="108" y="214"/>
                  </a:cubicBezTo>
                  <a:cubicBezTo>
                    <a:pt x="108" y="214"/>
                    <a:pt x="215" y="214"/>
                    <a:pt x="215" y="107"/>
                  </a:cubicBezTo>
                  <a:lnTo>
                    <a:pt x="1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7"/>
            <p:cNvSpPr/>
            <p:nvPr/>
          </p:nvSpPr>
          <p:spPr>
            <a:xfrm>
              <a:off x="2278754" y="4057657"/>
              <a:ext cx="22639" cy="22639"/>
            </a:xfrm>
            <a:custGeom>
              <a:avLst/>
              <a:gdLst/>
              <a:ahLst/>
              <a:cxnLst/>
              <a:rect l="l" t="t" r="r" b="b"/>
              <a:pathLst>
                <a:path w="242" h="242" extrusionOk="0">
                  <a:moveTo>
                    <a:pt x="135" y="1"/>
                  </a:moveTo>
                  <a:lnTo>
                    <a:pt x="1" y="108"/>
                  </a:lnTo>
                  <a:lnTo>
                    <a:pt x="135" y="242"/>
                  </a:lnTo>
                  <a:lnTo>
                    <a:pt x="242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7"/>
            <p:cNvSpPr/>
            <p:nvPr/>
          </p:nvSpPr>
          <p:spPr>
            <a:xfrm>
              <a:off x="2456593" y="4057657"/>
              <a:ext cx="10103" cy="22639"/>
            </a:xfrm>
            <a:custGeom>
              <a:avLst/>
              <a:gdLst/>
              <a:ahLst/>
              <a:cxnLst/>
              <a:rect l="l" t="t" r="r" b="b"/>
              <a:pathLst>
                <a:path w="108" h="242" extrusionOk="0">
                  <a:moveTo>
                    <a:pt x="107" y="1"/>
                  </a:moveTo>
                  <a:cubicBezTo>
                    <a:pt x="0" y="1"/>
                    <a:pt x="0" y="108"/>
                    <a:pt x="0" y="108"/>
                  </a:cubicBezTo>
                  <a:cubicBezTo>
                    <a:pt x="0" y="108"/>
                    <a:pt x="0" y="242"/>
                    <a:pt x="107" y="242"/>
                  </a:cubicBezTo>
                  <a:lnTo>
                    <a:pt x="107" y="10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7"/>
            <p:cNvSpPr/>
            <p:nvPr/>
          </p:nvSpPr>
          <p:spPr>
            <a:xfrm>
              <a:off x="2624328" y="4057657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8" y="1"/>
                  </a:moveTo>
                  <a:lnTo>
                    <a:pt x="0" y="108"/>
                  </a:lnTo>
                  <a:lnTo>
                    <a:pt x="108" y="242"/>
                  </a:lnTo>
                  <a:cubicBezTo>
                    <a:pt x="215" y="242"/>
                    <a:pt x="215" y="108"/>
                    <a:pt x="215" y="108"/>
                  </a:cubicBezTo>
                  <a:cubicBezTo>
                    <a:pt x="215" y="108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7"/>
            <p:cNvSpPr/>
            <p:nvPr/>
          </p:nvSpPr>
          <p:spPr>
            <a:xfrm>
              <a:off x="2802073" y="4057657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8" y="1"/>
                  </a:moveTo>
                  <a:cubicBezTo>
                    <a:pt x="1" y="1"/>
                    <a:pt x="1" y="108"/>
                    <a:pt x="1" y="108"/>
                  </a:cubicBezTo>
                  <a:cubicBezTo>
                    <a:pt x="1" y="108"/>
                    <a:pt x="1" y="242"/>
                    <a:pt x="108" y="242"/>
                  </a:cubicBezTo>
                  <a:lnTo>
                    <a:pt x="215" y="108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7"/>
            <p:cNvSpPr/>
            <p:nvPr/>
          </p:nvSpPr>
          <p:spPr>
            <a:xfrm>
              <a:off x="2278754" y="4205372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1"/>
                  </a:moveTo>
                  <a:lnTo>
                    <a:pt x="1" y="108"/>
                  </a:lnTo>
                  <a:lnTo>
                    <a:pt x="135" y="215"/>
                  </a:lnTo>
                  <a:lnTo>
                    <a:pt x="242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7"/>
            <p:cNvSpPr/>
            <p:nvPr/>
          </p:nvSpPr>
          <p:spPr>
            <a:xfrm>
              <a:off x="2456593" y="4205372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1"/>
                  </a:moveTo>
                  <a:cubicBezTo>
                    <a:pt x="0" y="1"/>
                    <a:pt x="0" y="108"/>
                    <a:pt x="0" y="108"/>
                  </a:cubicBezTo>
                  <a:lnTo>
                    <a:pt x="0" y="215"/>
                  </a:lnTo>
                  <a:cubicBezTo>
                    <a:pt x="107" y="215"/>
                    <a:pt x="107" y="108"/>
                    <a:pt x="107" y="108"/>
                  </a:cubicBez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7"/>
            <p:cNvSpPr/>
            <p:nvPr/>
          </p:nvSpPr>
          <p:spPr>
            <a:xfrm>
              <a:off x="2624328" y="4205372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1"/>
                  </a:moveTo>
                  <a:lnTo>
                    <a:pt x="0" y="108"/>
                  </a:lnTo>
                  <a:cubicBezTo>
                    <a:pt x="108" y="108"/>
                    <a:pt x="108" y="215"/>
                    <a:pt x="108" y="215"/>
                  </a:cubicBezTo>
                  <a:cubicBezTo>
                    <a:pt x="215" y="215"/>
                    <a:pt x="215" y="108"/>
                    <a:pt x="215" y="108"/>
                  </a:cubicBez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7"/>
            <p:cNvSpPr/>
            <p:nvPr/>
          </p:nvSpPr>
          <p:spPr>
            <a:xfrm>
              <a:off x="2802073" y="4205372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1"/>
                  </a:moveTo>
                  <a:cubicBezTo>
                    <a:pt x="1" y="1"/>
                    <a:pt x="1" y="108"/>
                    <a:pt x="1" y="108"/>
                  </a:cubicBezTo>
                  <a:cubicBezTo>
                    <a:pt x="1" y="108"/>
                    <a:pt x="1" y="215"/>
                    <a:pt x="108" y="215"/>
                  </a:cubicBezTo>
                  <a:lnTo>
                    <a:pt x="215" y="108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7"/>
            <p:cNvSpPr/>
            <p:nvPr/>
          </p:nvSpPr>
          <p:spPr>
            <a:xfrm>
              <a:off x="2278754" y="4350656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0"/>
                  </a:moveTo>
                  <a:cubicBezTo>
                    <a:pt x="135" y="0"/>
                    <a:pt x="1" y="0"/>
                    <a:pt x="1" y="107"/>
                  </a:cubicBezTo>
                  <a:lnTo>
                    <a:pt x="135" y="214"/>
                  </a:lnTo>
                  <a:lnTo>
                    <a:pt x="242" y="107"/>
                  </a:lnTo>
                  <a:cubicBezTo>
                    <a:pt x="242" y="0"/>
                    <a:pt x="135" y="0"/>
                    <a:pt x="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7"/>
            <p:cNvSpPr/>
            <p:nvPr/>
          </p:nvSpPr>
          <p:spPr>
            <a:xfrm>
              <a:off x="2456593" y="4350656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0"/>
                  </a:moveTo>
                  <a:cubicBezTo>
                    <a:pt x="0" y="0"/>
                    <a:pt x="0" y="0"/>
                    <a:pt x="0" y="107"/>
                  </a:cubicBezTo>
                  <a:lnTo>
                    <a:pt x="0" y="214"/>
                  </a:lnTo>
                  <a:cubicBezTo>
                    <a:pt x="107" y="214"/>
                    <a:pt x="107" y="107"/>
                    <a:pt x="107" y="107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7"/>
            <p:cNvSpPr/>
            <p:nvPr/>
          </p:nvSpPr>
          <p:spPr>
            <a:xfrm>
              <a:off x="2624328" y="4350656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08" y="0"/>
                    <a:pt x="0" y="0"/>
                    <a:pt x="0" y="107"/>
                  </a:cubicBezTo>
                  <a:cubicBezTo>
                    <a:pt x="108" y="107"/>
                    <a:pt x="108" y="107"/>
                    <a:pt x="108" y="214"/>
                  </a:cubicBezTo>
                  <a:cubicBezTo>
                    <a:pt x="215" y="214"/>
                    <a:pt x="215" y="107"/>
                    <a:pt x="215" y="107"/>
                  </a:cubicBezTo>
                  <a:cubicBezTo>
                    <a:pt x="215" y="0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7"/>
            <p:cNvSpPr/>
            <p:nvPr/>
          </p:nvSpPr>
          <p:spPr>
            <a:xfrm>
              <a:off x="2802073" y="4350656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" y="0"/>
                    <a:pt x="1" y="0"/>
                    <a:pt x="1" y="107"/>
                  </a:cubicBezTo>
                  <a:cubicBezTo>
                    <a:pt x="1" y="107"/>
                    <a:pt x="1" y="214"/>
                    <a:pt x="108" y="214"/>
                  </a:cubicBezTo>
                  <a:lnTo>
                    <a:pt x="215" y="107"/>
                  </a:lnTo>
                  <a:cubicBezTo>
                    <a:pt x="215" y="0"/>
                    <a:pt x="108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7"/>
            <p:cNvSpPr/>
            <p:nvPr/>
          </p:nvSpPr>
          <p:spPr>
            <a:xfrm>
              <a:off x="2278754" y="4495845"/>
              <a:ext cx="22639" cy="10103"/>
            </a:xfrm>
            <a:custGeom>
              <a:avLst/>
              <a:gdLst/>
              <a:ahLst/>
              <a:cxnLst/>
              <a:rect l="l" t="t" r="r" b="b"/>
              <a:pathLst>
                <a:path w="242" h="108" extrusionOk="0">
                  <a:moveTo>
                    <a:pt x="135" y="1"/>
                  </a:moveTo>
                  <a:cubicBezTo>
                    <a:pt x="135" y="1"/>
                    <a:pt x="1" y="1"/>
                    <a:pt x="1" y="108"/>
                  </a:cubicBezTo>
                  <a:lnTo>
                    <a:pt x="242" y="108"/>
                  </a:lnTo>
                  <a:cubicBezTo>
                    <a:pt x="242" y="1"/>
                    <a:pt x="135" y="1"/>
                    <a:pt x="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7"/>
            <p:cNvSpPr/>
            <p:nvPr/>
          </p:nvSpPr>
          <p:spPr>
            <a:xfrm>
              <a:off x="2456593" y="4495845"/>
              <a:ext cx="10103" cy="15342"/>
            </a:xfrm>
            <a:custGeom>
              <a:avLst/>
              <a:gdLst/>
              <a:ahLst/>
              <a:cxnLst/>
              <a:rect l="l" t="t" r="r" b="b"/>
              <a:pathLst>
                <a:path w="108" h="164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cubicBezTo>
                    <a:pt x="32" y="148"/>
                    <a:pt x="55" y="164"/>
                    <a:pt x="70" y="164"/>
                  </a:cubicBezTo>
                  <a:cubicBezTo>
                    <a:pt x="107" y="164"/>
                    <a:pt x="107" y="76"/>
                    <a:pt x="1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7"/>
            <p:cNvSpPr/>
            <p:nvPr/>
          </p:nvSpPr>
          <p:spPr>
            <a:xfrm>
              <a:off x="2624328" y="4495845"/>
              <a:ext cx="20113" cy="15342"/>
            </a:xfrm>
            <a:custGeom>
              <a:avLst/>
              <a:gdLst/>
              <a:ahLst/>
              <a:cxnLst/>
              <a:rect l="l" t="t" r="r" b="b"/>
              <a:pathLst>
                <a:path w="215" h="164" extrusionOk="0">
                  <a:moveTo>
                    <a:pt x="108" y="1"/>
                  </a:moveTo>
                  <a:cubicBezTo>
                    <a:pt x="108" y="1"/>
                    <a:pt x="0" y="1"/>
                    <a:pt x="0" y="108"/>
                  </a:cubicBezTo>
                  <a:lnTo>
                    <a:pt x="108" y="108"/>
                  </a:lnTo>
                  <a:cubicBezTo>
                    <a:pt x="140" y="148"/>
                    <a:pt x="162" y="164"/>
                    <a:pt x="178" y="164"/>
                  </a:cubicBezTo>
                  <a:cubicBezTo>
                    <a:pt x="215" y="164"/>
                    <a:pt x="215" y="76"/>
                    <a:pt x="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7"/>
            <p:cNvSpPr/>
            <p:nvPr/>
          </p:nvSpPr>
          <p:spPr>
            <a:xfrm>
              <a:off x="2802073" y="4495845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108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7"/>
            <p:cNvSpPr/>
            <p:nvPr/>
          </p:nvSpPr>
          <p:spPr>
            <a:xfrm>
              <a:off x="2278754" y="4643561"/>
              <a:ext cx="22639" cy="10103"/>
            </a:xfrm>
            <a:custGeom>
              <a:avLst/>
              <a:gdLst/>
              <a:ahLst/>
              <a:cxnLst/>
              <a:rect l="l" t="t" r="r" b="b"/>
              <a:pathLst>
                <a:path w="242" h="108" extrusionOk="0">
                  <a:moveTo>
                    <a:pt x="135" y="1"/>
                  </a:moveTo>
                  <a:cubicBezTo>
                    <a:pt x="135" y="1"/>
                    <a:pt x="1" y="1"/>
                    <a:pt x="1" y="108"/>
                  </a:cubicBezTo>
                  <a:lnTo>
                    <a:pt x="242" y="108"/>
                  </a:lnTo>
                  <a:cubicBezTo>
                    <a:pt x="242" y="1"/>
                    <a:pt x="135" y="1"/>
                    <a:pt x="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7"/>
            <p:cNvSpPr/>
            <p:nvPr/>
          </p:nvSpPr>
          <p:spPr>
            <a:xfrm>
              <a:off x="2456593" y="4643561"/>
              <a:ext cx="10103" cy="10103"/>
            </a:xfrm>
            <a:custGeom>
              <a:avLst/>
              <a:gdLst/>
              <a:ahLst/>
              <a:cxnLst/>
              <a:rect l="l" t="t" r="r" b="b"/>
              <a:pathLst>
                <a:path w="108" h="108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lnTo>
                    <a:pt x="107" y="10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7"/>
            <p:cNvSpPr/>
            <p:nvPr/>
          </p:nvSpPr>
          <p:spPr>
            <a:xfrm>
              <a:off x="2624328" y="4643561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08" y="1"/>
                    <a:pt x="0" y="1"/>
                    <a:pt x="0" y="108"/>
                  </a:cubicBezTo>
                  <a:lnTo>
                    <a:pt x="215" y="108"/>
                  </a:ln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7"/>
            <p:cNvSpPr/>
            <p:nvPr/>
          </p:nvSpPr>
          <p:spPr>
            <a:xfrm>
              <a:off x="2802073" y="4643561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108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" name="Google Shape;12125;p84"/>
          <p:cNvGrpSpPr/>
          <p:nvPr/>
        </p:nvGrpSpPr>
        <p:grpSpPr>
          <a:xfrm>
            <a:off x="4346801" y="1448308"/>
            <a:ext cx="713280" cy="668776"/>
            <a:chOff x="6203579" y="3348981"/>
            <a:chExt cx="351615" cy="350373"/>
          </a:xfrm>
          <a:solidFill>
            <a:schemeClr val="bg1"/>
          </a:solidFill>
        </p:grpSpPr>
        <p:sp>
          <p:nvSpPr>
            <p:cNvPr id="73" name="Google Shape;12126;p84"/>
            <p:cNvSpPr/>
            <p:nvPr/>
          </p:nvSpPr>
          <p:spPr>
            <a:xfrm>
              <a:off x="6377667" y="3404249"/>
              <a:ext cx="93686" cy="58072"/>
            </a:xfrm>
            <a:custGeom>
              <a:avLst/>
              <a:gdLst/>
              <a:ahLst/>
              <a:cxnLst/>
              <a:rect l="l" t="t" r="r" b="b"/>
              <a:pathLst>
                <a:path w="2941" h="1823" extrusionOk="0">
                  <a:moveTo>
                    <a:pt x="644" y="0"/>
                  </a:moveTo>
                  <a:cubicBezTo>
                    <a:pt x="467" y="0"/>
                    <a:pt x="288" y="39"/>
                    <a:pt x="119" y="120"/>
                  </a:cubicBezTo>
                  <a:cubicBezTo>
                    <a:pt x="36" y="155"/>
                    <a:pt x="0" y="251"/>
                    <a:pt x="36" y="322"/>
                  </a:cubicBezTo>
                  <a:cubicBezTo>
                    <a:pt x="70" y="374"/>
                    <a:pt x="129" y="413"/>
                    <a:pt x="186" y="413"/>
                  </a:cubicBezTo>
                  <a:cubicBezTo>
                    <a:pt x="208" y="413"/>
                    <a:pt x="230" y="407"/>
                    <a:pt x="250" y="394"/>
                  </a:cubicBezTo>
                  <a:cubicBezTo>
                    <a:pt x="370" y="337"/>
                    <a:pt x="498" y="310"/>
                    <a:pt x="625" y="310"/>
                  </a:cubicBezTo>
                  <a:cubicBezTo>
                    <a:pt x="950" y="310"/>
                    <a:pt x="1269" y="487"/>
                    <a:pt x="1441" y="786"/>
                  </a:cubicBezTo>
                  <a:cubicBezTo>
                    <a:pt x="1215" y="1036"/>
                    <a:pt x="1143" y="1406"/>
                    <a:pt x="1286" y="1739"/>
                  </a:cubicBezTo>
                  <a:cubicBezTo>
                    <a:pt x="1322" y="1798"/>
                    <a:pt x="1381" y="1822"/>
                    <a:pt x="1441" y="1822"/>
                  </a:cubicBezTo>
                  <a:cubicBezTo>
                    <a:pt x="1560" y="1822"/>
                    <a:pt x="1631" y="1703"/>
                    <a:pt x="1584" y="1608"/>
                  </a:cubicBezTo>
                  <a:cubicBezTo>
                    <a:pt x="1453" y="1322"/>
                    <a:pt x="1572" y="989"/>
                    <a:pt x="1858" y="858"/>
                  </a:cubicBezTo>
                  <a:cubicBezTo>
                    <a:pt x="1936" y="822"/>
                    <a:pt x="2017" y="805"/>
                    <a:pt x="2096" y="805"/>
                  </a:cubicBezTo>
                  <a:cubicBezTo>
                    <a:pt x="2305" y="805"/>
                    <a:pt x="2501" y="924"/>
                    <a:pt x="2596" y="1132"/>
                  </a:cubicBezTo>
                  <a:cubicBezTo>
                    <a:pt x="2631" y="1193"/>
                    <a:pt x="2699" y="1229"/>
                    <a:pt x="2760" y="1229"/>
                  </a:cubicBezTo>
                  <a:cubicBezTo>
                    <a:pt x="2782" y="1229"/>
                    <a:pt x="2803" y="1224"/>
                    <a:pt x="2822" y="1215"/>
                  </a:cubicBezTo>
                  <a:cubicBezTo>
                    <a:pt x="2893" y="1167"/>
                    <a:pt x="2941" y="1084"/>
                    <a:pt x="2893" y="1013"/>
                  </a:cubicBezTo>
                  <a:cubicBezTo>
                    <a:pt x="2757" y="696"/>
                    <a:pt x="2448" y="503"/>
                    <a:pt x="2108" y="503"/>
                  </a:cubicBezTo>
                  <a:cubicBezTo>
                    <a:pt x="1975" y="503"/>
                    <a:pt x="1837" y="532"/>
                    <a:pt x="1703" y="596"/>
                  </a:cubicBezTo>
                  <a:cubicBezTo>
                    <a:pt x="1476" y="218"/>
                    <a:pt x="1066" y="0"/>
                    <a:pt x="6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2127;p84"/>
            <p:cNvSpPr/>
            <p:nvPr/>
          </p:nvSpPr>
          <p:spPr>
            <a:xfrm>
              <a:off x="6260090" y="3449611"/>
              <a:ext cx="76643" cy="44947"/>
            </a:xfrm>
            <a:custGeom>
              <a:avLst/>
              <a:gdLst/>
              <a:ahLst/>
              <a:cxnLst/>
              <a:rect l="l" t="t" r="r" b="b"/>
              <a:pathLst>
                <a:path w="2406" h="1411" extrusionOk="0">
                  <a:moveTo>
                    <a:pt x="1868" y="0"/>
                  </a:moveTo>
                  <a:cubicBezTo>
                    <a:pt x="1523" y="0"/>
                    <a:pt x="1190" y="178"/>
                    <a:pt x="1012" y="541"/>
                  </a:cubicBezTo>
                  <a:cubicBezTo>
                    <a:pt x="891" y="501"/>
                    <a:pt x="765" y="480"/>
                    <a:pt x="638" y="480"/>
                  </a:cubicBezTo>
                  <a:cubicBezTo>
                    <a:pt x="466" y="480"/>
                    <a:pt x="291" y="518"/>
                    <a:pt x="119" y="601"/>
                  </a:cubicBezTo>
                  <a:cubicBezTo>
                    <a:pt x="36" y="636"/>
                    <a:pt x="0" y="732"/>
                    <a:pt x="36" y="803"/>
                  </a:cubicBezTo>
                  <a:cubicBezTo>
                    <a:pt x="70" y="855"/>
                    <a:pt x="129" y="894"/>
                    <a:pt x="186" y="894"/>
                  </a:cubicBezTo>
                  <a:cubicBezTo>
                    <a:pt x="209" y="894"/>
                    <a:pt x="230" y="888"/>
                    <a:pt x="250" y="875"/>
                  </a:cubicBezTo>
                  <a:cubicBezTo>
                    <a:pt x="375" y="820"/>
                    <a:pt x="506" y="794"/>
                    <a:pt x="636" y="794"/>
                  </a:cubicBezTo>
                  <a:cubicBezTo>
                    <a:pt x="990" y="794"/>
                    <a:pt x="1332" y="987"/>
                    <a:pt x="1489" y="1327"/>
                  </a:cubicBezTo>
                  <a:cubicBezTo>
                    <a:pt x="1512" y="1386"/>
                    <a:pt x="1572" y="1410"/>
                    <a:pt x="1631" y="1410"/>
                  </a:cubicBezTo>
                  <a:cubicBezTo>
                    <a:pt x="1750" y="1410"/>
                    <a:pt x="1822" y="1291"/>
                    <a:pt x="1786" y="1196"/>
                  </a:cubicBezTo>
                  <a:cubicBezTo>
                    <a:pt x="1679" y="970"/>
                    <a:pt x="1500" y="779"/>
                    <a:pt x="1310" y="660"/>
                  </a:cubicBezTo>
                  <a:cubicBezTo>
                    <a:pt x="1435" y="426"/>
                    <a:pt x="1654" y="315"/>
                    <a:pt x="1877" y="315"/>
                  </a:cubicBezTo>
                  <a:cubicBezTo>
                    <a:pt x="1971" y="315"/>
                    <a:pt x="2067" y="335"/>
                    <a:pt x="2155" y="374"/>
                  </a:cubicBezTo>
                  <a:cubicBezTo>
                    <a:pt x="2175" y="388"/>
                    <a:pt x="2198" y="394"/>
                    <a:pt x="2221" y="394"/>
                  </a:cubicBezTo>
                  <a:cubicBezTo>
                    <a:pt x="2280" y="394"/>
                    <a:pt x="2341" y="355"/>
                    <a:pt x="2358" y="303"/>
                  </a:cubicBezTo>
                  <a:cubicBezTo>
                    <a:pt x="2405" y="220"/>
                    <a:pt x="2358" y="124"/>
                    <a:pt x="2286" y="89"/>
                  </a:cubicBezTo>
                  <a:cubicBezTo>
                    <a:pt x="2151" y="30"/>
                    <a:pt x="2009" y="0"/>
                    <a:pt x="18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2128;p84"/>
            <p:cNvSpPr/>
            <p:nvPr/>
          </p:nvSpPr>
          <p:spPr>
            <a:xfrm>
              <a:off x="6415574" y="3498349"/>
              <a:ext cx="49343" cy="21598"/>
            </a:xfrm>
            <a:custGeom>
              <a:avLst/>
              <a:gdLst/>
              <a:ahLst/>
              <a:cxnLst/>
              <a:rect l="l" t="t" r="r" b="b"/>
              <a:pathLst>
                <a:path w="1549" h="678" extrusionOk="0">
                  <a:moveTo>
                    <a:pt x="642" y="1"/>
                  </a:moveTo>
                  <a:cubicBezTo>
                    <a:pt x="446" y="1"/>
                    <a:pt x="250" y="58"/>
                    <a:pt x="84" y="178"/>
                  </a:cubicBezTo>
                  <a:cubicBezTo>
                    <a:pt x="13" y="237"/>
                    <a:pt x="1" y="333"/>
                    <a:pt x="37" y="404"/>
                  </a:cubicBezTo>
                  <a:cubicBezTo>
                    <a:pt x="75" y="450"/>
                    <a:pt x="128" y="477"/>
                    <a:pt x="180" y="477"/>
                  </a:cubicBezTo>
                  <a:cubicBezTo>
                    <a:pt x="209" y="477"/>
                    <a:pt x="237" y="469"/>
                    <a:pt x="263" y="452"/>
                  </a:cubicBezTo>
                  <a:cubicBezTo>
                    <a:pt x="382" y="366"/>
                    <a:pt x="521" y="324"/>
                    <a:pt x="659" y="324"/>
                  </a:cubicBezTo>
                  <a:cubicBezTo>
                    <a:pt x="865" y="324"/>
                    <a:pt x="1068" y="417"/>
                    <a:pt x="1203" y="595"/>
                  </a:cubicBezTo>
                  <a:cubicBezTo>
                    <a:pt x="1227" y="642"/>
                    <a:pt x="1275" y="678"/>
                    <a:pt x="1334" y="678"/>
                  </a:cubicBezTo>
                  <a:cubicBezTo>
                    <a:pt x="1465" y="678"/>
                    <a:pt x="1549" y="523"/>
                    <a:pt x="1465" y="416"/>
                  </a:cubicBezTo>
                  <a:cubicBezTo>
                    <a:pt x="1268" y="146"/>
                    <a:pt x="954" y="1"/>
                    <a:pt x="6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2129;p84"/>
            <p:cNvSpPr/>
            <p:nvPr/>
          </p:nvSpPr>
          <p:spPr>
            <a:xfrm>
              <a:off x="6344283" y="3473247"/>
              <a:ext cx="41380" cy="32301"/>
            </a:xfrm>
            <a:custGeom>
              <a:avLst/>
              <a:gdLst/>
              <a:ahLst/>
              <a:cxnLst/>
              <a:rect l="l" t="t" r="r" b="b"/>
              <a:pathLst>
                <a:path w="1299" h="1014" extrusionOk="0">
                  <a:moveTo>
                    <a:pt x="1122" y="0"/>
                  </a:moveTo>
                  <a:cubicBezTo>
                    <a:pt x="1048" y="0"/>
                    <a:pt x="986" y="56"/>
                    <a:pt x="953" y="133"/>
                  </a:cubicBezTo>
                  <a:cubicBezTo>
                    <a:pt x="899" y="455"/>
                    <a:pt x="612" y="701"/>
                    <a:pt x="293" y="701"/>
                  </a:cubicBezTo>
                  <a:cubicBezTo>
                    <a:pt x="259" y="701"/>
                    <a:pt x="225" y="698"/>
                    <a:pt x="191" y="692"/>
                  </a:cubicBezTo>
                  <a:cubicBezTo>
                    <a:pt x="178" y="689"/>
                    <a:pt x="166" y="687"/>
                    <a:pt x="155" y="687"/>
                  </a:cubicBezTo>
                  <a:cubicBezTo>
                    <a:pt x="87" y="687"/>
                    <a:pt x="33" y="742"/>
                    <a:pt x="12" y="823"/>
                  </a:cubicBezTo>
                  <a:cubicBezTo>
                    <a:pt x="0" y="906"/>
                    <a:pt x="60" y="990"/>
                    <a:pt x="155" y="1002"/>
                  </a:cubicBezTo>
                  <a:cubicBezTo>
                    <a:pt x="215" y="1014"/>
                    <a:pt x="250" y="1014"/>
                    <a:pt x="310" y="1014"/>
                  </a:cubicBezTo>
                  <a:cubicBezTo>
                    <a:pt x="774" y="1014"/>
                    <a:pt x="1203" y="668"/>
                    <a:pt x="1286" y="180"/>
                  </a:cubicBezTo>
                  <a:cubicBezTo>
                    <a:pt x="1298" y="97"/>
                    <a:pt x="1239" y="13"/>
                    <a:pt x="1143" y="2"/>
                  </a:cubicBezTo>
                  <a:cubicBezTo>
                    <a:pt x="1136" y="1"/>
                    <a:pt x="1129" y="0"/>
                    <a:pt x="11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2130;p84"/>
            <p:cNvSpPr/>
            <p:nvPr/>
          </p:nvSpPr>
          <p:spPr>
            <a:xfrm>
              <a:off x="6203579" y="3348981"/>
              <a:ext cx="351615" cy="350373"/>
            </a:xfrm>
            <a:custGeom>
              <a:avLst/>
              <a:gdLst/>
              <a:ahLst/>
              <a:cxnLst/>
              <a:rect l="l" t="t" r="r" b="b"/>
              <a:pathLst>
                <a:path w="11038" h="10999" extrusionOk="0">
                  <a:moveTo>
                    <a:pt x="4995" y="1"/>
                  </a:moveTo>
                  <a:cubicBezTo>
                    <a:pt x="4687" y="1"/>
                    <a:pt x="4370" y="111"/>
                    <a:pt x="4132" y="331"/>
                  </a:cubicBezTo>
                  <a:cubicBezTo>
                    <a:pt x="3987" y="258"/>
                    <a:pt x="3828" y="224"/>
                    <a:pt x="3666" y="224"/>
                  </a:cubicBezTo>
                  <a:cubicBezTo>
                    <a:pt x="3298" y="224"/>
                    <a:pt x="2919" y="402"/>
                    <a:pt x="2679" y="700"/>
                  </a:cubicBezTo>
                  <a:cubicBezTo>
                    <a:pt x="2642" y="695"/>
                    <a:pt x="2604" y="692"/>
                    <a:pt x="2566" y="692"/>
                  </a:cubicBezTo>
                  <a:cubicBezTo>
                    <a:pt x="2064" y="692"/>
                    <a:pt x="1551" y="1122"/>
                    <a:pt x="1429" y="1676"/>
                  </a:cubicBezTo>
                  <a:cubicBezTo>
                    <a:pt x="881" y="1795"/>
                    <a:pt x="488" y="2462"/>
                    <a:pt x="643" y="3081"/>
                  </a:cubicBezTo>
                  <a:cubicBezTo>
                    <a:pt x="84" y="3379"/>
                    <a:pt x="0" y="4248"/>
                    <a:pt x="441" y="4784"/>
                  </a:cubicBezTo>
                  <a:cubicBezTo>
                    <a:pt x="336" y="5477"/>
                    <a:pt x="852" y="6142"/>
                    <a:pt x="1432" y="6142"/>
                  </a:cubicBezTo>
                  <a:cubicBezTo>
                    <a:pt x="1510" y="6142"/>
                    <a:pt x="1589" y="6130"/>
                    <a:pt x="1667" y="6105"/>
                  </a:cubicBezTo>
                  <a:cubicBezTo>
                    <a:pt x="1827" y="6308"/>
                    <a:pt x="2150" y="6444"/>
                    <a:pt x="2456" y="6444"/>
                  </a:cubicBezTo>
                  <a:cubicBezTo>
                    <a:pt x="2491" y="6444"/>
                    <a:pt x="2526" y="6442"/>
                    <a:pt x="2560" y="6439"/>
                  </a:cubicBezTo>
                  <a:cubicBezTo>
                    <a:pt x="3002" y="7378"/>
                    <a:pt x="3681" y="7769"/>
                    <a:pt x="4568" y="7769"/>
                  </a:cubicBezTo>
                  <a:cubicBezTo>
                    <a:pt x="4805" y="7769"/>
                    <a:pt x="5056" y="7741"/>
                    <a:pt x="5322" y="7689"/>
                  </a:cubicBezTo>
                  <a:cubicBezTo>
                    <a:pt x="5429" y="8070"/>
                    <a:pt x="5715" y="8534"/>
                    <a:pt x="6382" y="8915"/>
                  </a:cubicBezTo>
                  <a:cubicBezTo>
                    <a:pt x="7454" y="9534"/>
                    <a:pt x="7965" y="10022"/>
                    <a:pt x="8037" y="10487"/>
                  </a:cubicBezTo>
                  <a:cubicBezTo>
                    <a:pt x="8085" y="10796"/>
                    <a:pt x="8346" y="10999"/>
                    <a:pt x="8644" y="10999"/>
                  </a:cubicBezTo>
                  <a:cubicBezTo>
                    <a:pt x="9049" y="10999"/>
                    <a:pt x="9323" y="10630"/>
                    <a:pt x="9251" y="10260"/>
                  </a:cubicBezTo>
                  <a:lnTo>
                    <a:pt x="8835" y="8355"/>
                  </a:lnTo>
                  <a:cubicBezTo>
                    <a:pt x="9275" y="8260"/>
                    <a:pt x="9573" y="7927"/>
                    <a:pt x="9620" y="7593"/>
                  </a:cubicBezTo>
                  <a:cubicBezTo>
                    <a:pt x="9656" y="7308"/>
                    <a:pt x="9763" y="7177"/>
                    <a:pt x="9644" y="6867"/>
                  </a:cubicBezTo>
                  <a:cubicBezTo>
                    <a:pt x="10299" y="6808"/>
                    <a:pt x="10752" y="6081"/>
                    <a:pt x="10609" y="5427"/>
                  </a:cubicBezTo>
                  <a:cubicBezTo>
                    <a:pt x="11025" y="5034"/>
                    <a:pt x="11037" y="4212"/>
                    <a:pt x="10585" y="3831"/>
                  </a:cubicBezTo>
                  <a:cubicBezTo>
                    <a:pt x="10656" y="3307"/>
                    <a:pt x="10323" y="2760"/>
                    <a:pt x="9823" y="2545"/>
                  </a:cubicBezTo>
                  <a:cubicBezTo>
                    <a:pt x="9835" y="2355"/>
                    <a:pt x="9787" y="2164"/>
                    <a:pt x="9704" y="1974"/>
                  </a:cubicBezTo>
                  <a:cubicBezTo>
                    <a:pt x="9673" y="1919"/>
                    <a:pt x="9616" y="1890"/>
                    <a:pt x="9560" y="1890"/>
                  </a:cubicBezTo>
                  <a:cubicBezTo>
                    <a:pt x="9531" y="1890"/>
                    <a:pt x="9502" y="1898"/>
                    <a:pt x="9478" y="1914"/>
                  </a:cubicBezTo>
                  <a:cubicBezTo>
                    <a:pt x="9406" y="1950"/>
                    <a:pt x="9370" y="2057"/>
                    <a:pt x="9418" y="2129"/>
                  </a:cubicBezTo>
                  <a:cubicBezTo>
                    <a:pt x="9513" y="2295"/>
                    <a:pt x="9537" y="2474"/>
                    <a:pt x="9489" y="2605"/>
                  </a:cubicBezTo>
                  <a:cubicBezTo>
                    <a:pt x="9466" y="2700"/>
                    <a:pt x="9525" y="2783"/>
                    <a:pt x="9609" y="2819"/>
                  </a:cubicBezTo>
                  <a:cubicBezTo>
                    <a:pt x="10061" y="2926"/>
                    <a:pt x="10371" y="3438"/>
                    <a:pt x="10251" y="3855"/>
                  </a:cubicBezTo>
                  <a:cubicBezTo>
                    <a:pt x="10240" y="3938"/>
                    <a:pt x="10263" y="4010"/>
                    <a:pt x="10323" y="4034"/>
                  </a:cubicBezTo>
                  <a:cubicBezTo>
                    <a:pt x="10609" y="4212"/>
                    <a:pt x="10716" y="4724"/>
                    <a:pt x="10490" y="5105"/>
                  </a:cubicBezTo>
                  <a:cubicBezTo>
                    <a:pt x="10418" y="4950"/>
                    <a:pt x="10299" y="4748"/>
                    <a:pt x="10085" y="4557"/>
                  </a:cubicBezTo>
                  <a:cubicBezTo>
                    <a:pt x="10051" y="4529"/>
                    <a:pt x="10014" y="4514"/>
                    <a:pt x="9978" y="4514"/>
                  </a:cubicBezTo>
                  <a:cubicBezTo>
                    <a:pt x="9939" y="4514"/>
                    <a:pt x="9902" y="4532"/>
                    <a:pt x="9870" y="4569"/>
                  </a:cubicBezTo>
                  <a:cubicBezTo>
                    <a:pt x="9799" y="4653"/>
                    <a:pt x="9799" y="4736"/>
                    <a:pt x="9882" y="4796"/>
                  </a:cubicBezTo>
                  <a:cubicBezTo>
                    <a:pt x="10085" y="4974"/>
                    <a:pt x="10216" y="5200"/>
                    <a:pt x="10287" y="5462"/>
                  </a:cubicBezTo>
                  <a:lnTo>
                    <a:pt x="10287" y="5498"/>
                  </a:lnTo>
                  <a:cubicBezTo>
                    <a:pt x="10463" y="6016"/>
                    <a:pt x="10035" y="6624"/>
                    <a:pt x="9592" y="6624"/>
                  </a:cubicBezTo>
                  <a:cubicBezTo>
                    <a:pt x="9526" y="6624"/>
                    <a:pt x="9459" y="6611"/>
                    <a:pt x="9394" y="6581"/>
                  </a:cubicBezTo>
                  <a:lnTo>
                    <a:pt x="9359" y="6581"/>
                  </a:lnTo>
                  <a:cubicBezTo>
                    <a:pt x="9251" y="6510"/>
                    <a:pt x="9120" y="6462"/>
                    <a:pt x="8989" y="6462"/>
                  </a:cubicBezTo>
                  <a:lnTo>
                    <a:pt x="8180" y="6462"/>
                  </a:lnTo>
                  <a:cubicBezTo>
                    <a:pt x="8096" y="6462"/>
                    <a:pt x="8013" y="6534"/>
                    <a:pt x="8013" y="6629"/>
                  </a:cubicBezTo>
                  <a:cubicBezTo>
                    <a:pt x="8013" y="6712"/>
                    <a:pt x="8096" y="6796"/>
                    <a:pt x="8180" y="6796"/>
                  </a:cubicBezTo>
                  <a:lnTo>
                    <a:pt x="8989" y="6796"/>
                  </a:lnTo>
                  <a:cubicBezTo>
                    <a:pt x="9251" y="6796"/>
                    <a:pt x="9442" y="7046"/>
                    <a:pt x="9370" y="7296"/>
                  </a:cubicBezTo>
                  <a:cubicBezTo>
                    <a:pt x="9370" y="7308"/>
                    <a:pt x="9359" y="7367"/>
                    <a:pt x="9311" y="7605"/>
                  </a:cubicBezTo>
                  <a:cubicBezTo>
                    <a:pt x="9228" y="7927"/>
                    <a:pt x="8942" y="8141"/>
                    <a:pt x="8632" y="8141"/>
                  </a:cubicBezTo>
                  <a:lnTo>
                    <a:pt x="7596" y="8141"/>
                  </a:lnTo>
                  <a:cubicBezTo>
                    <a:pt x="7275" y="8141"/>
                    <a:pt x="6989" y="7927"/>
                    <a:pt x="6918" y="7605"/>
                  </a:cubicBezTo>
                  <a:cubicBezTo>
                    <a:pt x="6870" y="7355"/>
                    <a:pt x="6858" y="7296"/>
                    <a:pt x="6858" y="7296"/>
                  </a:cubicBezTo>
                  <a:cubicBezTo>
                    <a:pt x="6799" y="7046"/>
                    <a:pt x="6977" y="6796"/>
                    <a:pt x="7239" y="6796"/>
                  </a:cubicBezTo>
                  <a:lnTo>
                    <a:pt x="7501" y="6796"/>
                  </a:lnTo>
                  <a:cubicBezTo>
                    <a:pt x="7584" y="6796"/>
                    <a:pt x="7656" y="6712"/>
                    <a:pt x="7656" y="6629"/>
                  </a:cubicBezTo>
                  <a:cubicBezTo>
                    <a:pt x="7656" y="6534"/>
                    <a:pt x="7584" y="6462"/>
                    <a:pt x="7501" y="6462"/>
                  </a:cubicBezTo>
                  <a:lnTo>
                    <a:pt x="7239" y="6462"/>
                  </a:lnTo>
                  <a:cubicBezTo>
                    <a:pt x="6763" y="6462"/>
                    <a:pt x="6430" y="6915"/>
                    <a:pt x="6549" y="7355"/>
                  </a:cubicBezTo>
                  <a:cubicBezTo>
                    <a:pt x="6584" y="7593"/>
                    <a:pt x="6608" y="7665"/>
                    <a:pt x="6608" y="7665"/>
                  </a:cubicBezTo>
                  <a:cubicBezTo>
                    <a:pt x="6727" y="8129"/>
                    <a:pt x="7144" y="8439"/>
                    <a:pt x="7596" y="8439"/>
                  </a:cubicBezTo>
                  <a:lnTo>
                    <a:pt x="8525" y="8439"/>
                  </a:lnTo>
                  <a:lnTo>
                    <a:pt x="8942" y="10380"/>
                  </a:lnTo>
                  <a:cubicBezTo>
                    <a:pt x="8954" y="10463"/>
                    <a:pt x="8942" y="10558"/>
                    <a:pt x="8882" y="10630"/>
                  </a:cubicBezTo>
                  <a:cubicBezTo>
                    <a:pt x="8818" y="10703"/>
                    <a:pt x="8733" y="10737"/>
                    <a:pt x="8650" y="10737"/>
                  </a:cubicBezTo>
                  <a:cubicBezTo>
                    <a:pt x="8517" y="10737"/>
                    <a:pt x="8388" y="10648"/>
                    <a:pt x="8358" y="10487"/>
                  </a:cubicBezTo>
                  <a:cubicBezTo>
                    <a:pt x="8275" y="9903"/>
                    <a:pt x="7739" y="9368"/>
                    <a:pt x="6561" y="8677"/>
                  </a:cubicBezTo>
                  <a:cubicBezTo>
                    <a:pt x="5751" y="8225"/>
                    <a:pt x="5513" y="7570"/>
                    <a:pt x="5620" y="6998"/>
                  </a:cubicBezTo>
                  <a:lnTo>
                    <a:pt x="5620" y="6998"/>
                  </a:lnTo>
                  <a:cubicBezTo>
                    <a:pt x="5918" y="7129"/>
                    <a:pt x="5870" y="7272"/>
                    <a:pt x="6025" y="7272"/>
                  </a:cubicBezTo>
                  <a:cubicBezTo>
                    <a:pt x="6156" y="7272"/>
                    <a:pt x="6227" y="7117"/>
                    <a:pt x="6156" y="7010"/>
                  </a:cubicBezTo>
                  <a:cubicBezTo>
                    <a:pt x="6025" y="6820"/>
                    <a:pt x="5834" y="6712"/>
                    <a:pt x="5620" y="6653"/>
                  </a:cubicBezTo>
                  <a:lnTo>
                    <a:pt x="5584" y="6617"/>
                  </a:lnTo>
                  <a:cubicBezTo>
                    <a:pt x="5560" y="6605"/>
                    <a:pt x="5537" y="6599"/>
                    <a:pt x="5516" y="6599"/>
                  </a:cubicBezTo>
                  <a:cubicBezTo>
                    <a:pt x="5495" y="6599"/>
                    <a:pt x="5477" y="6605"/>
                    <a:pt x="5465" y="6617"/>
                  </a:cubicBezTo>
                  <a:cubicBezTo>
                    <a:pt x="5422" y="6610"/>
                    <a:pt x="5377" y="6607"/>
                    <a:pt x="5333" y="6607"/>
                  </a:cubicBezTo>
                  <a:cubicBezTo>
                    <a:pt x="5145" y="6607"/>
                    <a:pt x="4950" y="6666"/>
                    <a:pt x="4787" y="6772"/>
                  </a:cubicBezTo>
                  <a:cubicBezTo>
                    <a:pt x="4715" y="6831"/>
                    <a:pt x="4703" y="6927"/>
                    <a:pt x="4751" y="6998"/>
                  </a:cubicBezTo>
                  <a:cubicBezTo>
                    <a:pt x="4789" y="7044"/>
                    <a:pt x="4838" y="7071"/>
                    <a:pt x="4886" y="7071"/>
                  </a:cubicBezTo>
                  <a:cubicBezTo>
                    <a:pt x="4913" y="7071"/>
                    <a:pt x="4940" y="7063"/>
                    <a:pt x="4965" y="7046"/>
                  </a:cubicBezTo>
                  <a:cubicBezTo>
                    <a:pt x="5072" y="6974"/>
                    <a:pt x="5191" y="6939"/>
                    <a:pt x="5310" y="6939"/>
                  </a:cubicBezTo>
                  <a:cubicBezTo>
                    <a:pt x="5298" y="7058"/>
                    <a:pt x="5287" y="7224"/>
                    <a:pt x="5298" y="7403"/>
                  </a:cubicBezTo>
                  <a:cubicBezTo>
                    <a:pt x="5049" y="7450"/>
                    <a:pt x="4820" y="7475"/>
                    <a:pt x="4609" y="7475"/>
                  </a:cubicBezTo>
                  <a:cubicBezTo>
                    <a:pt x="3761" y="7475"/>
                    <a:pt x="3208" y="7082"/>
                    <a:pt x="2846" y="6224"/>
                  </a:cubicBezTo>
                  <a:cubicBezTo>
                    <a:pt x="2798" y="6058"/>
                    <a:pt x="2762" y="5796"/>
                    <a:pt x="2798" y="5688"/>
                  </a:cubicBezTo>
                  <a:cubicBezTo>
                    <a:pt x="2822" y="5605"/>
                    <a:pt x="2786" y="5510"/>
                    <a:pt x="2691" y="5486"/>
                  </a:cubicBezTo>
                  <a:cubicBezTo>
                    <a:pt x="2672" y="5478"/>
                    <a:pt x="2652" y="5474"/>
                    <a:pt x="2633" y="5474"/>
                  </a:cubicBezTo>
                  <a:cubicBezTo>
                    <a:pt x="2568" y="5474"/>
                    <a:pt x="2507" y="5517"/>
                    <a:pt x="2489" y="5581"/>
                  </a:cubicBezTo>
                  <a:cubicBezTo>
                    <a:pt x="2429" y="5748"/>
                    <a:pt x="2453" y="5974"/>
                    <a:pt x="2489" y="6141"/>
                  </a:cubicBezTo>
                  <a:cubicBezTo>
                    <a:pt x="2469" y="6142"/>
                    <a:pt x="2450" y="6143"/>
                    <a:pt x="2431" y="6143"/>
                  </a:cubicBezTo>
                  <a:cubicBezTo>
                    <a:pt x="2141" y="6143"/>
                    <a:pt x="1950" y="5980"/>
                    <a:pt x="1905" y="5879"/>
                  </a:cubicBezTo>
                  <a:cubicBezTo>
                    <a:pt x="1893" y="5843"/>
                    <a:pt x="1858" y="5808"/>
                    <a:pt x="1810" y="5796"/>
                  </a:cubicBezTo>
                  <a:cubicBezTo>
                    <a:pt x="1789" y="5787"/>
                    <a:pt x="1771" y="5783"/>
                    <a:pt x="1753" y="5783"/>
                  </a:cubicBezTo>
                  <a:cubicBezTo>
                    <a:pt x="1701" y="5783"/>
                    <a:pt x="1658" y="5816"/>
                    <a:pt x="1596" y="5843"/>
                  </a:cubicBezTo>
                  <a:cubicBezTo>
                    <a:pt x="1552" y="5855"/>
                    <a:pt x="1509" y="5861"/>
                    <a:pt x="1466" y="5861"/>
                  </a:cubicBezTo>
                  <a:cubicBezTo>
                    <a:pt x="1050" y="5861"/>
                    <a:pt x="679" y="5315"/>
                    <a:pt x="798" y="4807"/>
                  </a:cubicBezTo>
                  <a:cubicBezTo>
                    <a:pt x="846" y="4653"/>
                    <a:pt x="643" y="4653"/>
                    <a:pt x="536" y="4260"/>
                  </a:cubicBezTo>
                  <a:cubicBezTo>
                    <a:pt x="417" y="3855"/>
                    <a:pt x="584" y="3462"/>
                    <a:pt x="893" y="3367"/>
                  </a:cubicBezTo>
                  <a:cubicBezTo>
                    <a:pt x="977" y="3343"/>
                    <a:pt x="1036" y="3248"/>
                    <a:pt x="1000" y="3164"/>
                  </a:cubicBezTo>
                  <a:cubicBezTo>
                    <a:pt x="798" y="2664"/>
                    <a:pt x="1131" y="2045"/>
                    <a:pt x="1596" y="2009"/>
                  </a:cubicBezTo>
                  <a:cubicBezTo>
                    <a:pt x="1667" y="2009"/>
                    <a:pt x="1739" y="1950"/>
                    <a:pt x="1739" y="1867"/>
                  </a:cubicBezTo>
                  <a:cubicBezTo>
                    <a:pt x="1781" y="1436"/>
                    <a:pt x="2175" y="1060"/>
                    <a:pt x="2570" y="1060"/>
                  </a:cubicBezTo>
                  <a:cubicBezTo>
                    <a:pt x="2623" y="1060"/>
                    <a:pt x="2675" y="1067"/>
                    <a:pt x="2727" y="1081"/>
                  </a:cubicBezTo>
                  <a:cubicBezTo>
                    <a:pt x="2736" y="1082"/>
                    <a:pt x="2745" y="1083"/>
                    <a:pt x="2754" y="1083"/>
                  </a:cubicBezTo>
                  <a:cubicBezTo>
                    <a:pt x="2816" y="1083"/>
                    <a:pt x="2874" y="1049"/>
                    <a:pt x="2905" y="997"/>
                  </a:cubicBezTo>
                  <a:cubicBezTo>
                    <a:pt x="3065" y="744"/>
                    <a:pt x="3387" y="579"/>
                    <a:pt x="3692" y="579"/>
                  </a:cubicBezTo>
                  <a:cubicBezTo>
                    <a:pt x="3773" y="579"/>
                    <a:pt x="3854" y="591"/>
                    <a:pt x="3929" y="616"/>
                  </a:cubicBezTo>
                  <a:cubicBezTo>
                    <a:pt x="3870" y="700"/>
                    <a:pt x="3810" y="819"/>
                    <a:pt x="3810" y="962"/>
                  </a:cubicBezTo>
                  <a:cubicBezTo>
                    <a:pt x="3774" y="962"/>
                    <a:pt x="3739" y="974"/>
                    <a:pt x="3703" y="974"/>
                  </a:cubicBezTo>
                  <a:cubicBezTo>
                    <a:pt x="3465" y="1045"/>
                    <a:pt x="3298" y="1212"/>
                    <a:pt x="3298" y="1212"/>
                  </a:cubicBezTo>
                  <a:cubicBezTo>
                    <a:pt x="3239" y="1271"/>
                    <a:pt x="3239" y="1378"/>
                    <a:pt x="3298" y="1438"/>
                  </a:cubicBezTo>
                  <a:cubicBezTo>
                    <a:pt x="3328" y="1468"/>
                    <a:pt x="3370" y="1483"/>
                    <a:pt x="3411" y="1483"/>
                  </a:cubicBezTo>
                  <a:cubicBezTo>
                    <a:pt x="3453" y="1483"/>
                    <a:pt x="3495" y="1468"/>
                    <a:pt x="3524" y="1438"/>
                  </a:cubicBezTo>
                  <a:cubicBezTo>
                    <a:pt x="3532" y="1422"/>
                    <a:pt x="3715" y="1247"/>
                    <a:pt x="3964" y="1247"/>
                  </a:cubicBezTo>
                  <a:cubicBezTo>
                    <a:pt x="4094" y="1247"/>
                    <a:pt x="4243" y="1295"/>
                    <a:pt x="4394" y="1438"/>
                  </a:cubicBezTo>
                  <a:cubicBezTo>
                    <a:pt x="4417" y="1462"/>
                    <a:pt x="4465" y="1474"/>
                    <a:pt x="4513" y="1474"/>
                  </a:cubicBezTo>
                  <a:cubicBezTo>
                    <a:pt x="4656" y="1474"/>
                    <a:pt x="4715" y="1295"/>
                    <a:pt x="4632" y="1200"/>
                  </a:cubicBezTo>
                  <a:cubicBezTo>
                    <a:pt x="4465" y="1033"/>
                    <a:pt x="4286" y="962"/>
                    <a:pt x="4132" y="926"/>
                  </a:cubicBezTo>
                  <a:cubicBezTo>
                    <a:pt x="4155" y="819"/>
                    <a:pt x="4251" y="688"/>
                    <a:pt x="4298" y="664"/>
                  </a:cubicBezTo>
                  <a:lnTo>
                    <a:pt x="4298" y="640"/>
                  </a:lnTo>
                  <a:cubicBezTo>
                    <a:pt x="4502" y="424"/>
                    <a:pt x="4770" y="329"/>
                    <a:pt x="5016" y="329"/>
                  </a:cubicBezTo>
                  <a:cubicBezTo>
                    <a:pt x="5257" y="329"/>
                    <a:pt x="5478" y="421"/>
                    <a:pt x="5596" y="581"/>
                  </a:cubicBezTo>
                  <a:cubicBezTo>
                    <a:pt x="5620" y="628"/>
                    <a:pt x="5668" y="640"/>
                    <a:pt x="5715" y="664"/>
                  </a:cubicBezTo>
                  <a:cubicBezTo>
                    <a:pt x="5763" y="664"/>
                    <a:pt x="5799" y="640"/>
                    <a:pt x="5834" y="616"/>
                  </a:cubicBezTo>
                  <a:cubicBezTo>
                    <a:pt x="5984" y="476"/>
                    <a:pt x="6190" y="411"/>
                    <a:pt x="6397" y="411"/>
                  </a:cubicBezTo>
                  <a:cubicBezTo>
                    <a:pt x="6700" y="411"/>
                    <a:pt x="7005" y="552"/>
                    <a:pt x="7132" y="807"/>
                  </a:cubicBezTo>
                  <a:cubicBezTo>
                    <a:pt x="7153" y="869"/>
                    <a:pt x="7210" y="904"/>
                    <a:pt x="7287" y="904"/>
                  </a:cubicBezTo>
                  <a:cubicBezTo>
                    <a:pt x="7299" y="904"/>
                    <a:pt x="7310" y="904"/>
                    <a:pt x="7323" y="902"/>
                  </a:cubicBezTo>
                  <a:cubicBezTo>
                    <a:pt x="7391" y="883"/>
                    <a:pt x="7462" y="874"/>
                    <a:pt x="7533" y="874"/>
                  </a:cubicBezTo>
                  <a:cubicBezTo>
                    <a:pt x="7908" y="874"/>
                    <a:pt x="8292" y="1123"/>
                    <a:pt x="8382" y="1474"/>
                  </a:cubicBezTo>
                  <a:cubicBezTo>
                    <a:pt x="8392" y="1544"/>
                    <a:pt x="8445" y="1598"/>
                    <a:pt x="8519" y="1598"/>
                  </a:cubicBezTo>
                  <a:cubicBezTo>
                    <a:pt x="8533" y="1598"/>
                    <a:pt x="8546" y="1596"/>
                    <a:pt x="8561" y="1593"/>
                  </a:cubicBezTo>
                  <a:cubicBezTo>
                    <a:pt x="8578" y="1591"/>
                    <a:pt x="8595" y="1590"/>
                    <a:pt x="8612" y="1590"/>
                  </a:cubicBezTo>
                  <a:cubicBezTo>
                    <a:pt x="8726" y="1590"/>
                    <a:pt x="8843" y="1624"/>
                    <a:pt x="8978" y="1676"/>
                  </a:cubicBezTo>
                  <a:cubicBezTo>
                    <a:pt x="8994" y="1682"/>
                    <a:pt x="9013" y="1685"/>
                    <a:pt x="9033" y="1685"/>
                  </a:cubicBezTo>
                  <a:cubicBezTo>
                    <a:pt x="9095" y="1685"/>
                    <a:pt x="9162" y="1654"/>
                    <a:pt x="9180" y="1581"/>
                  </a:cubicBezTo>
                  <a:cubicBezTo>
                    <a:pt x="9216" y="1497"/>
                    <a:pt x="9180" y="1402"/>
                    <a:pt x="9097" y="1378"/>
                  </a:cubicBezTo>
                  <a:cubicBezTo>
                    <a:pt x="8942" y="1319"/>
                    <a:pt x="8799" y="1271"/>
                    <a:pt x="8644" y="1271"/>
                  </a:cubicBezTo>
                  <a:cubicBezTo>
                    <a:pt x="8472" y="841"/>
                    <a:pt x="7989" y="547"/>
                    <a:pt x="7502" y="547"/>
                  </a:cubicBezTo>
                  <a:cubicBezTo>
                    <a:pt x="7450" y="547"/>
                    <a:pt x="7398" y="550"/>
                    <a:pt x="7346" y="557"/>
                  </a:cubicBezTo>
                  <a:cubicBezTo>
                    <a:pt x="7145" y="251"/>
                    <a:pt x="6767" y="81"/>
                    <a:pt x="6386" y="81"/>
                  </a:cubicBezTo>
                  <a:cubicBezTo>
                    <a:pt x="6159" y="81"/>
                    <a:pt x="5931" y="142"/>
                    <a:pt x="5739" y="271"/>
                  </a:cubicBezTo>
                  <a:cubicBezTo>
                    <a:pt x="5542" y="91"/>
                    <a:pt x="5272" y="1"/>
                    <a:pt x="49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" name="Google Shape;12767;p85"/>
          <p:cNvGrpSpPr/>
          <p:nvPr/>
        </p:nvGrpSpPr>
        <p:grpSpPr>
          <a:xfrm>
            <a:off x="1218374" y="1494025"/>
            <a:ext cx="893041" cy="611996"/>
            <a:chOff x="6188327" y="2955408"/>
            <a:chExt cx="371395" cy="272857"/>
          </a:xfrm>
          <a:solidFill>
            <a:schemeClr val="bg1"/>
          </a:solidFill>
        </p:grpSpPr>
        <p:sp>
          <p:nvSpPr>
            <p:cNvPr id="81" name="Google Shape;12768;p85"/>
            <p:cNvSpPr/>
            <p:nvPr/>
          </p:nvSpPr>
          <p:spPr>
            <a:xfrm>
              <a:off x="6229990" y="2978897"/>
              <a:ext cx="289567" cy="197840"/>
            </a:xfrm>
            <a:custGeom>
              <a:avLst/>
              <a:gdLst/>
              <a:ahLst/>
              <a:cxnLst/>
              <a:rect l="l" t="t" r="r" b="b"/>
              <a:pathLst>
                <a:path w="9098" h="6216" extrusionOk="0">
                  <a:moveTo>
                    <a:pt x="2894" y="1263"/>
                  </a:moveTo>
                  <a:cubicBezTo>
                    <a:pt x="3097" y="1263"/>
                    <a:pt x="3263" y="1429"/>
                    <a:pt x="3263" y="1632"/>
                  </a:cubicBezTo>
                  <a:lnTo>
                    <a:pt x="3263" y="2001"/>
                  </a:lnTo>
                  <a:cubicBezTo>
                    <a:pt x="3263" y="2322"/>
                    <a:pt x="3013" y="2572"/>
                    <a:pt x="2704" y="2572"/>
                  </a:cubicBezTo>
                  <a:cubicBezTo>
                    <a:pt x="2406" y="2561"/>
                    <a:pt x="2144" y="2299"/>
                    <a:pt x="2144" y="2001"/>
                  </a:cubicBezTo>
                  <a:lnTo>
                    <a:pt x="2144" y="1632"/>
                  </a:lnTo>
                  <a:cubicBezTo>
                    <a:pt x="2144" y="1429"/>
                    <a:pt x="2311" y="1263"/>
                    <a:pt x="2525" y="1263"/>
                  </a:cubicBezTo>
                  <a:close/>
                  <a:moveTo>
                    <a:pt x="7264" y="1084"/>
                  </a:moveTo>
                  <a:cubicBezTo>
                    <a:pt x="7371" y="1084"/>
                    <a:pt x="7466" y="1168"/>
                    <a:pt x="7466" y="1275"/>
                  </a:cubicBezTo>
                  <a:lnTo>
                    <a:pt x="7466" y="1822"/>
                  </a:lnTo>
                  <a:cubicBezTo>
                    <a:pt x="7466" y="1894"/>
                    <a:pt x="7430" y="1953"/>
                    <a:pt x="7359" y="1989"/>
                  </a:cubicBezTo>
                  <a:cubicBezTo>
                    <a:pt x="7299" y="2025"/>
                    <a:pt x="7264" y="2084"/>
                    <a:pt x="7264" y="2144"/>
                  </a:cubicBezTo>
                  <a:lnTo>
                    <a:pt x="7264" y="2406"/>
                  </a:lnTo>
                  <a:cubicBezTo>
                    <a:pt x="7264" y="2477"/>
                    <a:pt x="7323" y="2549"/>
                    <a:pt x="7407" y="2572"/>
                  </a:cubicBezTo>
                  <a:lnTo>
                    <a:pt x="7859" y="2692"/>
                  </a:lnTo>
                  <a:cubicBezTo>
                    <a:pt x="7954" y="2703"/>
                    <a:pt x="8014" y="2787"/>
                    <a:pt x="8014" y="2882"/>
                  </a:cubicBezTo>
                  <a:lnTo>
                    <a:pt x="8014" y="2930"/>
                  </a:lnTo>
                  <a:lnTo>
                    <a:pt x="6168" y="2930"/>
                  </a:lnTo>
                  <a:lnTo>
                    <a:pt x="6168" y="2882"/>
                  </a:lnTo>
                  <a:cubicBezTo>
                    <a:pt x="6168" y="2787"/>
                    <a:pt x="6228" y="2715"/>
                    <a:pt x="6311" y="2692"/>
                  </a:cubicBezTo>
                  <a:lnTo>
                    <a:pt x="6776" y="2572"/>
                  </a:lnTo>
                  <a:cubicBezTo>
                    <a:pt x="6847" y="2549"/>
                    <a:pt x="6907" y="2477"/>
                    <a:pt x="6907" y="2406"/>
                  </a:cubicBezTo>
                  <a:lnTo>
                    <a:pt x="6907" y="2144"/>
                  </a:lnTo>
                  <a:cubicBezTo>
                    <a:pt x="6895" y="2060"/>
                    <a:pt x="6871" y="2025"/>
                    <a:pt x="6811" y="1989"/>
                  </a:cubicBezTo>
                  <a:cubicBezTo>
                    <a:pt x="6752" y="1953"/>
                    <a:pt x="6704" y="1882"/>
                    <a:pt x="6704" y="1822"/>
                  </a:cubicBezTo>
                  <a:lnTo>
                    <a:pt x="6704" y="1275"/>
                  </a:lnTo>
                  <a:cubicBezTo>
                    <a:pt x="6704" y="1168"/>
                    <a:pt x="6787" y="1084"/>
                    <a:pt x="6895" y="1084"/>
                  </a:cubicBezTo>
                  <a:close/>
                  <a:moveTo>
                    <a:pt x="8752" y="334"/>
                  </a:moveTo>
                  <a:lnTo>
                    <a:pt x="8752" y="2930"/>
                  </a:lnTo>
                  <a:lnTo>
                    <a:pt x="8371" y="2930"/>
                  </a:lnTo>
                  <a:lnTo>
                    <a:pt x="8371" y="2882"/>
                  </a:lnTo>
                  <a:cubicBezTo>
                    <a:pt x="8371" y="2632"/>
                    <a:pt x="8204" y="2418"/>
                    <a:pt x="7966" y="2358"/>
                  </a:cubicBezTo>
                  <a:lnTo>
                    <a:pt x="7645" y="2287"/>
                  </a:lnTo>
                  <a:lnTo>
                    <a:pt x="7645" y="2227"/>
                  </a:lnTo>
                  <a:cubicBezTo>
                    <a:pt x="7764" y="2120"/>
                    <a:pt x="7823" y="1977"/>
                    <a:pt x="7823" y="1822"/>
                  </a:cubicBezTo>
                  <a:lnTo>
                    <a:pt x="7823" y="1275"/>
                  </a:lnTo>
                  <a:cubicBezTo>
                    <a:pt x="7823" y="977"/>
                    <a:pt x="7585" y="739"/>
                    <a:pt x="7288" y="739"/>
                  </a:cubicBezTo>
                  <a:lnTo>
                    <a:pt x="6907" y="739"/>
                  </a:lnTo>
                  <a:cubicBezTo>
                    <a:pt x="6609" y="739"/>
                    <a:pt x="6371" y="977"/>
                    <a:pt x="6371" y="1275"/>
                  </a:cubicBezTo>
                  <a:lnTo>
                    <a:pt x="6371" y="1822"/>
                  </a:lnTo>
                  <a:cubicBezTo>
                    <a:pt x="6371" y="1977"/>
                    <a:pt x="6454" y="2120"/>
                    <a:pt x="6549" y="2227"/>
                  </a:cubicBezTo>
                  <a:lnTo>
                    <a:pt x="6549" y="2287"/>
                  </a:lnTo>
                  <a:lnTo>
                    <a:pt x="6228" y="2358"/>
                  </a:lnTo>
                  <a:cubicBezTo>
                    <a:pt x="5990" y="2418"/>
                    <a:pt x="5823" y="2632"/>
                    <a:pt x="5823" y="2882"/>
                  </a:cubicBezTo>
                  <a:lnTo>
                    <a:pt x="5823" y="2930"/>
                  </a:lnTo>
                  <a:lnTo>
                    <a:pt x="5442" y="2930"/>
                  </a:lnTo>
                  <a:lnTo>
                    <a:pt x="5442" y="334"/>
                  </a:lnTo>
                  <a:close/>
                  <a:moveTo>
                    <a:pt x="2894" y="2906"/>
                  </a:moveTo>
                  <a:lnTo>
                    <a:pt x="2894" y="2989"/>
                  </a:lnTo>
                  <a:cubicBezTo>
                    <a:pt x="2894" y="3049"/>
                    <a:pt x="2906" y="3108"/>
                    <a:pt x="2954" y="3168"/>
                  </a:cubicBezTo>
                  <a:lnTo>
                    <a:pt x="2716" y="3406"/>
                  </a:lnTo>
                  <a:lnTo>
                    <a:pt x="2704" y="3406"/>
                  </a:lnTo>
                  <a:lnTo>
                    <a:pt x="2466" y="3168"/>
                  </a:lnTo>
                  <a:cubicBezTo>
                    <a:pt x="2489" y="3108"/>
                    <a:pt x="2501" y="3049"/>
                    <a:pt x="2501" y="2989"/>
                  </a:cubicBezTo>
                  <a:lnTo>
                    <a:pt x="2501" y="2906"/>
                  </a:lnTo>
                  <a:close/>
                  <a:moveTo>
                    <a:pt x="3251" y="3346"/>
                  </a:moveTo>
                  <a:lnTo>
                    <a:pt x="3597" y="3477"/>
                  </a:lnTo>
                  <a:cubicBezTo>
                    <a:pt x="3739" y="3537"/>
                    <a:pt x="3835" y="3668"/>
                    <a:pt x="3835" y="3835"/>
                  </a:cubicBezTo>
                  <a:lnTo>
                    <a:pt x="3835" y="4918"/>
                  </a:lnTo>
                  <a:cubicBezTo>
                    <a:pt x="3835" y="5025"/>
                    <a:pt x="3739" y="5108"/>
                    <a:pt x="3632" y="5108"/>
                  </a:cubicBezTo>
                  <a:lnTo>
                    <a:pt x="2894" y="5108"/>
                  </a:lnTo>
                  <a:lnTo>
                    <a:pt x="2894" y="4906"/>
                  </a:lnTo>
                  <a:lnTo>
                    <a:pt x="3263" y="4906"/>
                  </a:lnTo>
                  <a:cubicBezTo>
                    <a:pt x="3358" y="4906"/>
                    <a:pt x="3430" y="4835"/>
                    <a:pt x="3430" y="4739"/>
                  </a:cubicBezTo>
                  <a:lnTo>
                    <a:pt x="3430" y="4192"/>
                  </a:lnTo>
                  <a:cubicBezTo>
                    <a:pt x="3430" y="4096"/>
                    <a:pt x="3358" y="4025"/>
                    <a:pt x="3263" y="4025"/>
                  </a:cubicBezTo>
                  <a:cubicBezTo>
                    <a:pt x="3180" y="4025"/>
                    <a:pt x="3097" y="4096"/>
                    <a:pt x="3097" y="4192"/>
                  </a:cubicBezTo>
                  <a:lnTo>
                    <a:pt x="3097" y="4561"/>
                  </a:lnTo>
                  <a:lnTo>
                    <a:pt x="2346" y="4561"/>
                  </a:lnTo>
                  <a:lnTo>
                    <a:pt x="2346" y="4192"/>
                  </a:lnTo>
                  <a:cubicBezTo>
                    <a:pt x="2346" y="4096"/>
                    <a:pt x="2263" y="4025"/>
                    <a:pt x="2180" y="4025"/>
                  </a:cubicBezTo>
                  <a:cubicBezTo>
                    <a:pt x="2085" y="4025"/>
                    <a:pt x="2013" y="4096"/>
                    <a:pt x="2013" y="4192"/>
                  </a:cubicBezTo>
                  <a:lnTo>
                    <a:pt x="2013" y="4739"/>
                  </a:lnTo>
                  <a:cubicBezTo>
                    <a:pt x="2013" y="4835"/>
                    <a:pt x="2085" y="4906"/>
                    <a:pt x="2180" y="4906"/>
                  </a:cubicBezTo>
                  <a:lnTo>
                    <a:pt x="2549" y="4906"/>
                  </a:lnTo>
                  <a:lnTo>
                    <a:pt x="2549" y="5120"/>
                  </a:lnTo>
                  <a:lnTo>
                    <a:pt x="1811" y="5120"/>
                  </a:lnTo>
                  <a:cubicBezTo>
                    <a:pt x="1704" y="5120"/>
                    <a:pt x="1608" y="5025"/>
                    <a:pt x="1608" y="4918"/>
                  </a:cubicBezTo>
                  <a:lnTo>
                    <a:pt x="1608" y="3835"/>
                  </a:lnTo>
                  <a:lnTo>
                    <a:pt x="1596" y="3835"/>
                  </a:lnTo>
                  <a:cubicBezTo>
                    <a:pt x="1596" y="3680"/>
                    <a:pt x="1704" y="3537"/>
                    <a:pt x="1834" y="3477"/>
                  </a:cubicBezTo>
                  <a:lnTo>
                    <a:pt x="2180" y="3346"/>
                  </a:lnTo>
                  <a:lnTo>
                    <a:pt x="2466" y="3632"/>
                  </a:lnTo>
                  <a:cubicBezTo>
                    <a:pt x="2537" y="3704"/>
                    <a:pt x="2620" y="3727"/>
                    <a:pt x="2716" y="3727"/>
                  </a:cubicBezTo>
                  <a:cubicBezTo>
                    <a:pt x="2799" y="3727"/>
                    <a:pt x="2894" y="3704"/>
                    <a:pt x="2966" y="3632"/>
                  </a:cubicBezTo>
                  <a:lnTo>
                    <a:pt x="3251" y="3346"/>
                  </a:lnTo>
                  <a:close/>
                  <a:moveTo>
                    <a:pt x="5097" y="5085"/>
                  </a:moveTo>
                  <a:lnTo>
                    <a:pt x="5097" y="5847"/>
                  </a:lnTo>
                  <a:lnTo>
                    <a:pt x="322" y="5847"/>
                  </a:lnTo>
                  <a:lnTo>
                    <a:pt x="322" y="5085"/>
                  </a:lnTo>
                  <a:lnTo>
                    <a:pt x="1287" y="5085"/>
                  </a:lnTo>
                  <a:cubicBezTo>
                    <a:pt x="1358" y="5287"/>
                    <a:pt x="1549" y="5454"/>
                    <a:pt x="1787" y="5454"/>
                  </a:cubicBezTo>
                  <a:lnTo>
                    <a:pt x="3620" y="5454"/>
                  </a:lnTo>
                  <a:cubicBezTo>
                    <a:pt x="3859" y="5454"/>
                    <a:pt x="4049" y="5311"/>
                    <a:pt x="4132" y="5085"/>
                  </a:cubicBezTo>
                  <a:close/>
                  <a:moveTo>
                    <a:pt x="7288" y="4001"/>
                  </a:moveTo>
                  <a:cubicBezTo>
                    <a:pt x="7383" y="4001"/>
                    <a:pt x="7478" y="4085"/>
                    <a:pt x="7478" y="4192"/>
                  </a:cubicBezTo>
                  <a:lnTo>
                    <a:pt x="7478" y="4739"/>
                  </a:lnTo>
                  <a:cubicBezTo>
                    <a:pt x="7478" y="4823"/>
                    <a:pt x="7442" y="4870"/>
                    <a:pt x="7371" y="4906"/>
                  </a:cubicBezTo>
                  <a:cubicBezTo>
                    <a:pt x="7311" y="4942"/>
                    <a:pt x="7288" y="5001"/>
                    <a:pt x="7288" y="5061"/>
                  </a:cubicBezTo>
                  <a:lnTo>
                    <a:pt x="7288" y="5323"/>
                  </a:lnTo>
                  <a:cubicBezTo>
                    <a:pt x="7288" y="5394"/>
                    <a:pt x="7347" y="5466"/>
                    <a:pt x="7419" y="5489"/>
                  </a:cubicBezTo>
                  <a:lnTo>
                    <a:pt x="7883" y="5609"/>
                  </a:lnTo>
                  <a:cubicBezTo>
                    <a:pt x="7966" y="5620"/>
                    <a:pt x="8026" y="5716"/>
                    <a:pt x="8026" y="5799"/>
                  </a:cubicBezTo>
                  <a:lnTo>
                    <a:pt x="8026" y="5847"/>
                  </a:lnTo>
                  <a:lnTo>
                    <a:pt x="6168" y="5847"/>
                  </a:lnTo>
                  <a:lnTo>
                    <a:pt x="6168" y="5799"/>
                  </a:lnTo>
                  <a:cubicBezTo>
                    <a:pt x="6168" y="5716"/>
                    <a:pt x="6228" y="5632"/>
                    <a:pt x="6311" y="5609"/>
                  </a:cubicBezTo>
                  <a:lnTo>
                    <a:pt x="6776" y="5489"/>
                  </a:lnTo>
                  <a:cubicBezTo>
                    <a:pt x="6847" y="5478"/>
                    <a:pt x="6907" y="5394"/>
                    <a:pt x="6907" y="5323"/>
                  </a:cubicBezTo>
                  <a:lnTo>
                    <a:pt x="6907" y="5061"/>
                  </a:lnTo>
                  <a:cubicBezTo>
                    <a:pt x="6907" y="5001"/>
                    <a:pt x="6883" y="4942"/>
                    <a:pt x="6823" y="4906"/>
                  </a:cubicBezTo>
                  <a:cubicBezTo>
                    <a:pt x="6764" y="4870"/>
                    <a:pt x="6716" y="4799"/>
                    <a:pt x="6716" y="4739"/>
                  </a:cubicBezTo>
                  <a:lnTo>
                    <a:pt x="6716" y="4192"/>
                  </a:lnTo>
                  <a:cubicBezTo>
                    <a:pt x="6716" y="4085"/>
                    <a:pt x="6811" y="4001"/>
                    <a:pt x="6907" y="4001"/>
                  </a:cubicBezTo>
                  <a:close/>
                  <a:moveTo>
                    <a:pt x="8740" y="3275"/>
                  </a:moveTo>
                  <a:lnTo>
                    <a:pt x="8740" y="5847"/>
                  </a:lnTo>
                  <a:lnTo>
                    <a:pt x="8359" y="5847"/>
                  </a:lnTo>
                  <a:lnTo>
                    <a:pt x="8359" y="5799"/>
                  </a:lnTo>
                  <a:cubicBezTo>
                    <a:pt x="8359" y="5549"/>
                    <a:pt x="8192" y="5335"/>
                    <a:pt x="7954" y="5275"/>
                  </a:cubicBezTo>
                  <a:lnTo>
                    <a:pt x="7621" y="5204"/>
                  </a:lnTo>
                  <a:lnTo>
                    <a:pt x="7621" y="5144"/>
                  </a:lnTo>
                  <a:cubicBezTo>
                    <a:pt x="7740" y="5037"/>
                    <a:pt x="7800" y="4894"/>
                    <a:pt x="7800" y="4739"/>
                  </a:cubicBezTo>
                  <a:lnTo>
                    <a:pt x="7800" y="4192"/>
                  </a:lnTo>
                  <a:cubicBezTo>
                    <a:pt x="7800" y="3894"/>
                    <a:pt x="7561" y="3656"/>
                    <a:pt x="7264" y="3656"/>
                  </a:cubicBezTo>
                  <a:lnTo>
                    <a:pt x="6895" y="3656"/>
                  </a:lnTo>
                  <a:cubicBezTo>
                    <a:pt x="6597" y="3656"/>
                    <a:pt x="6359" y="3894"/>
                    <a:pt x="6359" y="4192"/>
                  </a:cubicBezTo>
                  <a:lnTo>
                    <a:pt x="6359" y="4739"/>
                  </a:lnTo>
                  <a:cubicBezTo>
                    <a:pt x="6359" y="4894"/>
                    <a:pt x="6430" y="5037"/>
                    <a:pt x="6537" y="5144"/>
                  </a:cubicBezTo>
                  <a:lnTo>
                    <a:pt x="6537" y="5204"/>
                  </a:lnTo>
                  <a:lnTo>
                    <a:pt x="6216" y="5275"/>
                  </a:lnTo>
                  <a:cubicBezTo>
                    <a:pt x="5978" y="5335"/>
                    <a:pt x="5811" y="5549"/>
                    <a:pt x="5811" y="5799"/>
                  </a:cubicBezTo>
                  <a:lnTo>
                    <a:pt x="5811" y="5847"/>
                  </a:lnTo>
                  <a:lnTo>
                    <a:pt x="5418" y="5847"/>
                  </a:lnTo>
                  <a:lnTo>
                    <a:pt x="5418" y="3275"/>
                  </a:lnTo>
                  <a:close/>
                  <a:moveTo>
                    <a:pt x="1430" y="1"/>
                  </a:moveTo>
                  <a:cubicBezTo>
                    <a:pt x="1346" y="1"/>
                    <a:pt x="1275" y="72"/>
                    <a:pt x="1275" y="155"/>
                  </a:cubicBezTo>
                  <a:cubicBezTo>
                    <a:pt x="1275" y="251"/>
                    <a:pt x="1346" y="322"/>
                    <a:pt x="1430" y="322"/>
                  </a:cubicBezTo>
                  <a:lnTo>
                    <a:pt x="5097" y="322"/>
                  </a:lnTo>
                  <a:lnTo>
                    <a:pt x="5097" y="4763"/>
                  </a:lnTo>
                  <a:lnTo>
                    <a:pt x="4156" y="4763"/>
                  </a:lnTo>
                  <a:lnTo>
                    <a:pt x="4156" y="3835"/>
                  </a:lnTo>
                  <a:cubicBezTo>
                    <a:pt x="4156" y="3537"/>
                    <a:pt x="3978" y="3275"/>
                    <a:pt x="3692" y="3168"/>
                  </a:cubicBezTo>
                  <a:lnTo>
                    <a:pt x="3251" y="2989"/>
                  </a:lnTo>
                  <a:lnTo>
                    <a:pt x="3251" y="2965"/>
                  </a:lnTo>
                  <a:lnTo>
                    <a:pt x="3251" y="2715"/>
                  </a:lnTo>
                  <a:cubicBezTo>
                    <a:pt x="3478" y="2549"/>
                    <a:pt x="3620" y="2287"/>
                    <a:pt x="3620" y="1989"/>
                  </a:cubicBezTo>
                  <a:lnTo>
                    <a:pt x="3620" y="1632"/>
                  </a:lnTo>
                  <a:cubicBezTo>
                    <a:pt x="3620" y="1227"/>
                    <a:pt x="3299" y="917"/>
                    <a:pt x="2906" y="917"/>
                  </a:cubicBezTo>
                  <a:lnTo>
                    <a:pt x="2537" y="917"/>
                  </a:lnTo>
                  <a:cubicBezTo>
                    <a:pt x="2132" y="917"/>
                    <a:pt x="1823" y="1251"/>
                    <a:pt x="1823" y="1632"/>
                  </a:cubicBezTo>
                  <a:lnTo>
                    <a:pt x="1823" y="2001"/>
                  </a:lnTo>
                  <a:cubicBezTo>
                    <a:pt x="1823" y="2299"/>
                    <a:pt x="1965" y="2572"/>
                    <a:pt x="2192" y="2739"/>
                  </a:cubicBezTo>
                  <a:lnTo>
                    <a:pt x="2192" y="2989"/>
                  </a:lnTo>
                  <a:lnTo>
                    <a:pt x="2192" y="3001"/>
                  </a:lnTo>
                  <a:lnTo>
                    <a:pt x="1751" y="3180"/>
                  </a:lnTo>
                  <a:cubicBezTo>
                    <a:pt x="1477" y="3287"/>
                    <a:pt x="1287" y="3549"/>
                    <a:pt x="1287" y="3846"/>
                  </a:cubicBezTo>
                  <a:lnTo>
                    <a:pt x="1287" y="4775"/>
                  </a:lnTo>
                  <a:lnTo>
                    <a:pt x="346" y="4775"/>
                  </a:lnTo>
                  <a:lnTo>
                    <a:pt x="346" y="370"/>
                  </a:lnTo>
                  <a:lnTo>
                    <a:pt x="715" y="370"/>
                  </a:lnTo>
                  <a:cubicBezTo>
                    <a:pt x="811" y="370"/>
                    <a:pt x="882" y="298"/>
                    <a:pt x="882" y="203"/>
                  </a:cubicBezTo>
                  <a:cubicBezTo>
                    <a:pt x="882" y="120"/>
                    <a:pt x="811" y="36"/>
                    <a:pt x="715" y="36"/>
                  </a:cubicBezTo>
                  <a:lnTo>
                    <a:pt x="168" y="36"/>
                  </a:lnTo>
                  <a:cubicBezTo>
                    <a:pt x="84" y="36"/>
                    <a:pt x="1" y="120"/>
                    <a:pt x="1" y="203"/>
                  </a:cubicBezTo>
                  <a:lnTo>
                    <a:pt x="1" y="6049"/>
                  </a:lnTo>
                  <a:cubicBezTo>
                    <a:pt x="1" y="6144"/>
                    <a:pt x="84" y="6216"/>
                    <a:pt x="168" y="6216"/>
                  </a:cubicBezTo>
                  <a:lnTo>
                    <a:pt x="8931" y="6216"/>
                  </a:lnTo>
                  <a:cubicBezTo>
                    <a:pt x="9026" y="6216"/>
                    <a:pt x="9097" y="6144"/>
                    <a:pt x="9097" y="6049"/>
                  </a:cubicBezTo>
                  <a:lnTo>
                    <a:pt x="9097" y="203"/>
                  </a:lnTo>
                  <a:cubicBezTo>
                    <a:pt x="9085" y="84"/>
                    <a:pt x="9014" y="1"/>
                    <a:pt x="89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2769;p85"/>
            <p:cNvSpPr/>
            <p:nvPr/>
          </p:nvSpPr>
          <p:spPr>
            <a:xfrm>
              <a:off x="6188327" y="2955408"/>
              <a:ext cx="371395" cy="272857"/>
            </a:xfrm>
            <a:custGeom>
              <a:avLst/>
              <a:gdLst/>
              <a:ahLst/>
              <a:cxnLst/>
              <a:rect l="l" t="t" r="r" b="b"/>
              <a:pathLst>
                <a:path w="11669" h="8573" extrusionOk="0">
                  <a:moveTo>
                    <a:pt x="10597" y="358"/>
                  </a:moveTo>
                  <a:cubicBezTo>
                    <a:pt x="10704" y="358"/>
                    <a:pt x="10799" y="453"/>
                    <a:pt x="10799" y="548"/>
                  </a:cubicBezTo>
                  <a:lnTo>
                    <a:pt x="10799" y="7323"/>
                  </a:lnTo>
                  <a:lnTo>
                    <a:pt x="10418" y="7323"/>
                  </a:lnTo>
                  <a:cubicBezTo>
                    <a:pt x="10335" y="7323"/>
                    <a:pt x="10263" y="7394"/>
                    <a:pt x="10263" y="7490"/>
                  </a:cubicBezTo>
                  <a:cubicBezTo>
                    <a:pt x="10263" y="7585"/>
                    <a:pt x="10335" y="7656"/>
                    <a:pt x="10418" y="7656"/>
                  </a:cubicBezTo>
                  <a:lnTo>
                    <a:pt x="11323" y="7656"/>
                  </a:lnTo>
                  <a:cubicBezTo>
                    <a:pt x="11323" y="7656"/>
                    <a:pt x="11347" y="7656"/>
                    <a:pt x="11347" y="7668"/>
                  </a:cubicBezTo>
                  <a:lnTo>
                    <a:pt x="11347" y="8037"/>
                  </a:lnTo>
                  <a:cubicBezTo>
                    <a:pt x="11335" y="8144"/>
                    <a:pt x="11240" y="8240"/>
                    <a:pt x="11133" y="8240"/>
                  </a:cubicBezTo>
                  <a:lnTo>
                    <a:pt x="536" y="8240"/>
                  </a:lnTo>
                  <a:cubicBezTo>
                    <a:pt x="441" y="8240"/>
                    <a:pt x="346" y="8144"/>
                    <a:pt x="346" y="8037"/>
                  </a:cubicBezTo>
                  <a:lnTo>
                    <a:pt x="346" y="7668"/>
                  </a:lnTo>
                  <a:cubicBezTo>
                    <a:pt x="346" y="7668"/>
                    <a:pt x="346" y="7656"/>
                    <a:pt x="357" y="7656"/>
                  </a:cubicBezTo>
                  <a:lnTo>
                    <a:pt x="9680" y="7656"/>
                  </a:lnTo>
                  <a:cubicBezTo>
                    <a:pt x="9763" y="7656"/>
                    <a:pt x="9835" y="7585"/>
                    <a:pt x="9835" y="7490"/>
                  </a:cubicBezTo>
                  <a:cubicBezTo>
                    <a:pt x="9835" y="7394"/>
                    <a:pt x="9763" y="7323"/>
                    <a:pt x="9680" y="7323"/>
                  </a:cubicBezTo>
                  <a:lnTo>
                    <a:pt x="893" y="7323"/>
                  </a:lnTo>
                  <a:lnTo>
                    <a:pt x="893" y="548"/>
                  </a:lnTo>
                  <a:cubicBezTo>
                    <a:pt x="893" y="453"/>
                    <a:pt x="988" y="358"/>
                    <a:pt x="1084" y="358"/>
                  </a:cubicBezTo>
                  <a:close/>
                  <a:moveTo>
                    <a:pt x="1096" y="1"/>
                  </a:moveTo>
                  <a:cubicBezTo>
                    <a:pt x="798" y="1"/>
                    <a:pt x="560" y="239"/>
                    <a:pt x="560" y="536"/>
                  </a:cubicBezTo>
                  <a:lnTo>
                    <a:pt x="560" y="7311"/>
                  </a:lnTo>
                  <a:lnTo>
                    <a:pt x="357" y="7311"/>
                  </a:lnTo>
                  <a:cubicBezTo>
                    <a:pt x="167" y="7311"/>
                    <a:pt x="0" y="7478"/>
                    <a:pt x="0" y="7668"/>
                  </a:cubicBezTo>
                  <a:lnTo>
                    <a:pt x="0" y="8037"/>
                  </a:lnTo>
                  <a:cubicBezTo>
                    <a:pt x="0" y="8335"/>
                    <a:pt x="238" y="8573"/>
                    <a:pt x="536" y="8573"/>
                  </a:cubicBezTo>
                  <a:lnTo>
                    <a:pt x="11133" y="8573"/>
                  </a:lnTo>
                  <a:cubicBezTo>
                    <a:pt x="11430" y="8573"/>
                    <a:pt x="11668" y="8335"/>
                    <a:pt x="11668" y="8037"/>
                  </a:cubicBezTo>
                  <a:lnTo>
                    <a:pt x="11668" y="7668"/>
                  </a:lnTo>
                  <a:cubicBezTo>
                    <a:pt x="11668" y="7478"/>
                    <a:pt x="11525" y="7311"/>
                    <a:pt x="11335" y="7311"/>
                  </a:cubicBezTo>
                  <a:lnTo>
                    <a:pt x="11133" y="7311"/>
                  </a:lnTo>
                  <a:lnTo>
                    <a:pt x="11133" y="536"/>
                  </a:lnTo>
                  <a:cubicBezTo>
                    <a:pt x="11133" y="239"/>
                    <a:pt x="10894" y="1"/>
                    <a:pt x="105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" name="Google Shape;11780;p83"/>
          <p:cNvGrpSpPr/>
          <p:nvPr/>
        </p:nvGrpSpPr>
        <p:grpSpPr>
          <a:xfrm>
            <a:off x="7441986" y="1429333"/>
            <a:ext cx="683879" cy="687751"/>
            <a:chOff x="1952836" y="3680964"/>
            <a:chExt cx="357720" cy="355148"/>
          </a:xfrm>
          <a:solidFill>
            <a:schemeClr val="bg1"/>
          </a:solidFill>
        </p:grpSpPr>
        <p:sp>
          <p:nvSpPr>
            <p:cNvPr id="84" name="Google Shape;11781;p83"/>
            <p:cNvSpPr/>
            <p:nvPr/>
          </p:nvSpPr>
          <p:spPr>
            <a:xfrm>
              <a:off x="2054166" y="3814144"/>
              <a:ext cx="38233" cy="49188"/>
            </a:xfrm>
            <a:custGeom>
              <a:avLst/>
              <a:gdLst/>
              <a:ahLst/>
              <a:cxnLst/>
              <a:rect l="l" t="t" r="r" b="b"/>
              <a:pathLst>
                <a:path w="1204" h="1549" extrusionOk="0">
                  <a:moveTo>
                    <a:pt x="596" y="0"/>
                  </a:moveTo>
                  <a:cubicBezTo>
                    <a:pt x="275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75" y="1548"/>
                    <a:pt x="596" y="1548"/>
                  </a:cubicBezTo>
                  <a:cubicBezTo>
                    <a:pt x="929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203" y="596"/>
                    <a:pt x="1120" y="524"/>
                    <a:pt x="1037" y="524"/>
                  </a:cubicBezTo>
                  <a:cubicBezTo>
                    <a:pt x="941" y="524"/>
                    <a:pt x="870" y="596"/>
                    <a:pt x="870" y="691"/>
                  </a:cubicBezTo>
                  <a:lnTo>
                    <a:pt x="870" y="953"/>
                  </a:lnTo>
                  <a:cubicBezTo>
                    <a:pt x="870" y="1108"/>
                    <a:pt x="751" y="1227"/>
                    <a:pt x="596" y="1227"/>
                  </a:cubicBezTo>
                  <a:cubicBezTo>
                    <a:pt x="453" y="1227"/>
                    <a:pt x="334" y="1108"/>
                    <a:pt x="334" y="953"/>
                  </a:cubicBezTo>
                  <a:lnTo>
                    <a:pt x="334" y="596"/>
                  </a:lnTo>
                  <a:cubicBezTo>
                    <a:pt x="334" y="453"/>
                    <a:pt x="453" y="334"/>
                    <a:pt x="596" y="334"/>
                  </a:cubicBezTo>
                  <a:cubicBezTo>
                    <a:pt x="691" y="334"/>
                    <a:pt x="763" y="262"/>
                    <a:pt x="763" y="167"/>
                  </a:cubicBezTo>
                  <a:cubicBezTo>
                    <a:pt x="763" y="84"/>
                    <a:pt x="691" y="0"/>
                    <a:pt x="5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1782;p83"/>
            <p:cNvSpPr/>
            <p:nvPr/>
          </p:nvSpPr>
          <p:spPr>
            <a:xfrm>
              <a:off x="2170992" y="3814144"/>
              <a:ext cx="37852" cy="49188"/>
            </a:xfrm>
            <a:custGeom>
              <a:avLst/>
              <a:gdLst/>
              <a:ahLst/>
              <a:cxnLst/>
              <a:rect l="l" t="t" r="r" b="b"/>
              <a:pathLst>
                <a:path w="1192" h="1549" extrusionOk="0">
                  <a:moveTo>
                    <a:pt x="596" y="0"/>
                  </a:moveTo>
                  <a:cubicBezTo>
                    <a:pt x="275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75" y="1548"/>
                    <a:pt x="596" y="1548"/>
                  </a:cubicBezTo>
                  <a:cubicBezTo>
                    <a:pt x="929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191" y="596"/>
                    <a:pt x="1120" y="524"/>
                    <a:pt x="1037" y="524"/>
                  </a:cubicBezTo>
                  <a:cubicBezTo>
                    <a:pt x="941" y="524"/>
                    <a:pt x="870" y="596"/>
                    <a:pt x="870" y="691"/>
                  </a:cubicBezTo>
                  <a:lnTo>
                    <a:pt x="870" y="953"/>
                  </a:lnTo>
                  <a:cubicBezTo>
                    <a:pt x="870" y="1108"/>
                    <a:pt x="751" y="1227"/>
                    <a:pt x="596" y="1227"/>
                  </a:cubicBezTo>
                  <a:cubicBezTo>
                    <a:pt x="453" y="1227"/>
                    <a:pt x="334" y="1108"/>
                    <a:pt x="334" y="953"/>
                  </a:cubicBezTo>
                  <a:lnTo>
                    <a:pt x="334" y="596"/>
                  </a:lnTo>
                  <a:cubicBezTo>
                    <a:pt x="334" y="453"/>
                    <a:pt x="453" y="334"/>
                    <a:pt x="596" y="334"/>
                  </a:cubicBezTo>
                  <a:cubicBezTo>
                    <a:pt x="691" y="334"/>
                    <a:pt x="763" y="262"/>
                    <a:pt x="763" y="167"/>
                  </a:cubicBezTo>
                  <a:cubicBezTo>
                    <a:pt x="763" y="84"/>
                    <a:pt x="691" y="0"/>
                    <a:pt x="5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1783;p83"/>
            <p:cNvSpPr/>
            <p:nvPr/>
          </p:nvSpPr>
          <p:spPr>
            <a:xfrm>
              <a:off x="2070043" y="3908647"/>
              <a:ext cx="122924" cy="33311"/>
            </a:xfrm>
            <a:custGeom>
              <a:avLst/>
              <a:gdLst/>
              <a:ahLst/>
              <a:cxnLst/>
              <a:rect l="l" t="t" r="r" b="b"/>
              <a:pathLst>
                <a:path w="3871" h="1049" extrusionOk="0">
                  <a:moveTo>
                    <a:pt x="1930" y="1"/>
                  </a:moveTo>
                  <a:cubicBezTo>
                    <a:pt x="1191" y="1"/>
                    <a:pt x="489" y="287"/>
                    <a:pt x="60" y="763"/>
                  </a:cubicBezTo>
                  <a:cubicBezTo>
                    <a:pt x="1" y="822"/>
                    <a:pt x="1" y="930"/>
                    <a:pt x="72" y="1001"/>
                  </a:cubicBezTo>
                  <a:cubicBezTo>
                    <a:pt x="101" y="1029"/>
                    <a:pt x="140" y="1044"/>
                    <a:pt x="181" y="1044"/>
                  </a:cubicBezTo>
                  <a:cubicBezTo>
                    <a:pt x="226" y="1044"/>
                    <a:pt x="273" y="1026"/>
                    <a:pt x="310" y="989"/>
                  </a:cubicBezTo>
                  <a:cubicBezTo>
                    <a:pt x="679" y="584"/>
                    <a:pt x="1299" y="334"/>
                    <a:pt x="1953" y="334"/>
                  </a:cubicBezTo>
                  <a:cubicBezTo>
                    <a:pt x="2596" y="334"/>
                    <a:pt x="3215" y="572"/>
                    <a:pt x="3585" y="989"/>
                  </a:cubicBezTo>
                  <a:cubicBezTo>
                    <a:pt x="3620" y="1013"/>
                    <a:pt x="3656" y="1049"/>
                    <a:pt x="3704" y="1049"/>
                  </a:cubicBezTo>
                  <a:cubicBezTo>
                    <a:pt x="3751" y="1049"/>
                    <a:pt x="3775" y="1037"/>
                    <a:pt x="3811" y="1001"/>
                  </a:cubicBezTo>
                  <a:cubicBezTo>
                    <a:pt x="3870" y="930"/>
                    <a:pt x="3870" y="822"/>
                    <a:pt x="3811" y="763"/>
                  </a:cubicBezTo>
                  <a:cubicBezTo>
                    <a:pt x="3382" y="287"/>
                    <a:pt x="2680" y="1"/>
                    <a:pt x="19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1784;p83"/>
            <p:cNvSpPr/>
            <p:nvPr/>
          </p:nvSpPr>
          <p:spPr>
            <a:xfrm>
              <a:off x="1952836" y="3680964"/>
              <a:ext cx="298338" cy="296528"/>
            </a:xfrm>
            <a:custGeom>
              <a:avLst/>
              <a:gdLst/>
              <a:ahLst/>
              <a:cxnLst/>
              <a:rect l="l" t="t" r="r" b="b"/>
              <a:pathLst>
                <a:path w="9395" h="9338" extrusionOk="0">
                  <a:moveTo>
                    <a:pt x="5654" y="0"/>
                  </a:moveTo>
                  <a:cubicBezTo>
                    <a:pt x="5591" y="0"/>
                    <a:pt x="5528" y="1"/>
                    <a:pt x="5466" y="3"/>
                  </a:cubicBezTo>
                  <a:cubicBezTo>
                    <a:pt x="4037" y="51"/>
                    <a:pt x="2692" y="622"/>
                    <a:pt x="1680" y="1634"/>
                  </a:cubicBezTo>
                  <a:cubicBezTo>
                    <a:pt x="668" y="2646"/>
                    <a:pt x="84" y="3992"/>
                    <a:pt x="48" y="5421"/>
                  </a:cubicBezTo>
                  <a:cubicBezTo>
                    <a:pt x="1" y="6849"/>
                    <a:pt x="489" y="8219"/>
                    <a:pt x="1430" y="9278"/>
                  </a:cubicBezTo>
                  <a:cubicBezTo>
                    <a:pt x="1453" y="9302"/>
                    <a:pt x="1501" y="9338"/>
                    <a:pt x="1549" y="9338"/>
                  </a:cubicBezTo>
                  <a:cubicBezTo>
                    <a:pt x="1596" y="9338"/>
                    <a:pt x="1620" y="9314"/>
                    <a:pt x="1656" y="9290"/>
                  </a:cubicBezTo>
                  <a:cubicBezTo>
                    <a:pt x="1727" y="9231"/>
                    <a:pt x="1727" y="9123"/>
                    <a:pt x="1668" y="9052"/>
                  </a:cubicBezTo>
                  <a:cubicBezTo>
                    <a:pt x="787" y="8052"/>
                    <a:pt x="310" y="6754"/>
                    <a:pt x="358" y="5421"/>
                  </a:cubicBezTo>
                  <a:cubicBezTo>
                    <a:pt x="406" y="4075"/>
                    <a:pt x="941" y="2813"/>
                    <a:pt x="1894" y="1861"/>
                  </a:cubicBezTo>
                  <a:cubicBezTo>
                    <a:pt x="2846" y="908"/>
                    <a:pt x="4108" y="360"/>
                    <a:pt x="5442" y="325"/>
                  </a:cubicBezTo>
                  <a:cubicBezTo>
                    <a:pt x="5489" y="323"/>
                    <a:pt x="5536" y="323"/>
                    <a:pt x="5583" y="323"/>
                  </a:cubicBezTo>
                  <a:cubicBezTo>
                    <a:pt x="6878" y="323"/>
                    <a:pt x="8120" y="796"/>
                    <a:pt x="9073" y="1634"/>
                  </a:cubicBezTo>
                  <a:cubicBezTo>
                    <a:pt x="9113" y="1663"/>
                    <a:pt x="9156" y="1678"/>
                    <a:pt x="9196" y="1678"/>
                  </a:cubicBezTo>
                  <a:cubicBezTo>
                    <a:pt x="9239" y="1678"/>
                    <a:pt x="9280" y="1660"/>
                    <a:pt x="9312" y="1623"/>
                  </a:cubicBezTo>
                  <a:cubicBezTo>
                    <a:pt x="9395" y="1551"/>
                    <a:pt x="9395" y="1444"/>
                    <a:pt x="9312" y="1384"/>
                  </a:cubicBezTo>
                  <a:cubicBezTo>
                    <a:pt x="8288" y="486"/>
                    <a:pt x="6992" y="0"/>
                    <a:pt x="56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1785;p83"/>
            <p:cNvSpPr/>
            <p:nvPr/>
          </p:nvSpPr>
          <p:spPr>
            <a:xfrm>
              <a:off x="2012217" y="3739075"/>
              <a:ext cx="298338" cy="297036"/>
            </a:xfrm>
            <a:custGeom>
              <a:avLst/>
              <a:gdLst/>
              <a:ahLst/>
              <a:cxnLst/>
              <a:rect l="l" t="t" r="r" b="b"/>
              <a:pathLst>
                <a:path w="9395" h="9354" extrusionOk="0">
                  <a:moveTo>
                    <a:pt x="7840" y="1"/>
                  </a:moveTo>
                  <a:cubicBezTo>
                    <a:pt x="7800" y="1"/>
                    <a:pt x="7760" y="15"/>
                    <a:pt x="7727" y="43"/>
                  </a:cubicBezTo>
                  <a:cubicBezTo>
                    <a:pt x="7656" y="102"/>
                    <a:pt x="7656" y="209"/>
                    <a:pt x="7715" y="281"/>
                  </a:cubicBezTo>
                  <a:cubicBezTo>
                    <a:pt x="8585" y="1281"/>
                    <a:pt x="9073" y="2579"/>
                    <a:pt x="9025" y="3912"/>
                  </a:cubicBezTo>
                  <a:cubicBezTo>
                    <a:pt x="8977" y="5257"/>
                    <a:pt x="8442" y="6520"/>
                    <a:pt x="7489" y="7472"/>
                  </a:cubicBezTo>
                  <a:cubicBezTo>
                    <a:pt x="6537" y="8425"/>
                    <a:pt x="5275" y="8972"/>
                    <a:pt x="3929" y="9008"/>
                  </a:cubicBezTo>
                  <a:cubicBezTo>
                    <a:pt x="3881" y="9009"/>
                    <a:pt x="3834" y="9010"/>
                    <a:pt x="3786" y="9010"/>
                  </a:cubicBezTo>
                  <a:cubicBezTo>
                    <a:pt x="2503" y="9010"/>
                    <a:pt x="1262" y="8548"/>
                    <a:pt x="298" y="7698"/>
                  </a:cubicBezTo>
                  <a:cubicBezTo>
                    <a:pt x="264" y="7670"/>
                    <a:pt x="221" y="7655"/>
                    <a:pt x="180" y="7655"/>
                  </a:cubicBezTo>
                  <a:cubicBezTo>
                    <a:pt x="135" y="7655"/>
                    <a:pt x="91" y="7673"/>
                    <a:pt x="60" y="7710"/>
                  </a:cubicBezTo>
                  <a:cubicBezTo>
                    <a:pt x="0" y="7782"/>
                    <a:pt x="0" y="7889"/>
                    <a:pt x="83" y="7948"/>
                  </a:cubicBezTo>
                  <a:cubicBezTo>
                    <a:pt x="1107" y="8853"/>
                    <a:pt x="2405" y="9353"/>
                    <a:pt x="3774" y="9353"/>
                  </a:cubicBezTo>
                  <a:lnTo>
                    <a:pt x="3929" y="9353"/>
                  </a:lnTo>
                  <a:cubicBezTo>
                    <a:pt x="5358" y="9306"/>
                    <a:pt x="6703" y="8722"/>
                    <a:pt x="7715" y="7710"/>
                  </a:cubicBezTo>
                  <a:cubicBezTo>
                    <a:pt x="8727" y="6698"/>
                    <a:pt x="9311" y="5365"/>
                    <a:pt x="9347" y="3936"/>
                  </a:cubicBezTo>
                  <a:cubicBezTo>
                    <a:pt x="9394" y="2507"/>
                    <a:pt x="8906" y="1126"/>
                    <a:pt x="7965" y="66"/>
                  </a:cubicBezTo>
                  <a:cubicBezTo>
                    <a:pt x="7933" y="21"/>
                    <a:pt x="7887" y="1"/>
                    <a:pt x="78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4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pc="300" dirty="0" smtClean="0"/>
              <a:t>TRIGGERS</a:t>
            </a:r>
            <a:endParaRPr lang="en-US" spc="300" dirty="0"/>
          </a:p>
        </p:txBody>
      </p:sp>
      <p:grpSp>
        <p:nvGrpSpPr>
          <p:cNvPr id="819" name="Google Shape;819;p46"/>
          <p:cNvGrpSpPr/>
          <p:nvPr/>
        </p:nvGrpSpPr>
        <p:grpSpPr>
          <a:xfrm flipH="1">
            <a:off x="5875692" y="285902"/>
            <a:ext cx="2956954" cy="4721744"/>
            <a:chOff x="4479125" y="1041049"/>
            <a:chExt cx="935952" cy="1494601"/>
          </a:xfrm>
        </p:grpSpPr>
        <p:sp>
          <p:nvSpPr>
            <p:cNvPr id="820" name="Google Shape;820;p46"/>
            <p:cNvSpPr/>
            <p:nvPr/>
          </p:nvSpPr>
          <p:spPr>
            <a:xfrm>
              <a:off x="4810350" y="2482750"/>
              <a:ext cx="53550" cy="52900"/>
            </a:xfrm>
            <a:custGeom>
              <a:avLst/>
              <a:gdLst/>
              <a:ahLst/>
              <a:cxnLst/>
              <a:rect l="l" t="t" r="r" b="b"/>
              <a:pathLst>
                <a:path w="2142" h="2116" fill="none" extrusionOk="0">
                  <a:moveTo>
                    <a:pt x="1901" y="884"/>
                  </a:moveTo>
                  <a:cubicBezTo>
                    <a:pt x="2142" y="1553"/>
                    <a:pt x="1473" y="2115"/>
                    <a:pt x="804" y="2008"/>
                  </a:cubicBezTo>
                  <a:cubicBezTo>
                    <a:pt x="563" y="1901"/>
                    <a:pt x="242" y="1660"/>
                    <a:pt x="242" y="1339"/>
                  </a:cubicBezTo>
                  <a:cubicBezTo>
                    <a:pt x="1" y="670"/>
                    <a:pt x="563" y="1"/>
                    <a:pt x="1232" y="215"/>
                  </a:cubicBezTo>
                  <a:cubicBezTo>
                    <a:pt x="1580" y="322"/>
                    <a:pt x="1901" y="563"/>
                    <a:pt x="1901" y="884"/>
                  </a:cubicBezTo>
                  <a:close/>
                </a:path>
              </a:pathLst>
            </a:custGeom>
            <a:noFill/>
            <a:ln w="11375" cap="flat" cmpd="sng">
              <a:solidFill>
                <a:schemeClr val="lt1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6"/>
            <p:cNvSpPr/>
            <p:nvPr/>
          </p:nvSpPr>
          <p:spPr>
            <a:xfrm>
              <a:off x="4640400" y="2418525"/>
              <a:ext cx="22775" cy="22100"/>
            </a:xfrm>
            <a:custGeom>
              <a:avLst/>
              <a:gdLst/>
              <a:ahLst/>
              <a:cxnLst/>
              <a:rect l="l" t="t" r="r" b="b"/>
              <a:pathLst>
                <a:path w="911" h="884" fill="none" extrusionOk="0">
                  <a:moveTo>
                    <a:pt x="910" y="455"/>
                  </a:moveTo>
                  <a:cubicBezTo>
                    <a:pt x="910" y="669"/>
                    <a:pt x="669" y="884"/>
                    <a:pt x="455" y="884"/>
                  </a:cubicBezTo>
                  <a:cubicBezTo>
                    <a:pt x="241" y="884"/>
                    <a:pt x="0" y="669"/>
                    <a:pt x="0" y="455"/>
                  </a:cubicBezTo>
                  <a:cubicBezTo>
                    <a:pt x="0" y="107"/>
                    <a:pt x="241" y="0"/>
                    <a:pt x="455" y="0"/>
                  </a:cubicBezTo>
                  <a:cubicBezTo>
                    <a:pt x="669" y="0"/>
                    <a:pt x="910" y="107"/>
                    <a:pt x="910" y="455"/>
                  </a:cubicBezTo>
                  <a:close/>
                </a:path>
              </a:pathLst>
            </a:custGeom>
            <a:noFill/>
            <a:ln w="11375" cap="flat" cmpd="sng">
              <a:solidFill>
                <a:schemeClr val="lt1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6"/>
            <p:cNvSpPr/>
            <p:nvPr/>
          </p:nvSpPr>
          <p:spPr>
            <a:xfrm>
              <a:off x="5392977" y="1041049"/>
              <a:ext cx="22100" cy="22775"/>
            </a:xfrm>
            <a:custGeom>
              <a:avLst/>
              <a:gdLst/>
              <a:ahLst/>
              <a:cxnLst/>
              <a:rect l="l" t="t" r="r" b="b"/>
              <a:pathLst>
                <a:path w="884" h="911" fill="none" extrusionOk="0">
                  <a:moveTo>
                    <a:pt x="884" y="456"/>
                  </a:moveTo>
                  <a:cubicBezTo>
                    <a:pt x="884" y="804"/>
                    <a:pt x="669" y="911"/>
                    <a:pt x="455" y="911"/>
                  </a:cubicBezTo>
                  <a:cubicBezTo>
                    <a:pt x="107" y="911"/>
                    <a:pt x="0" y="804"/>
                    <a:pt x="0" y="456"/>
                  </a:cubicBezTo>
                  <a:cubicBezTo>
                    <a:pt x="0" y="242"/>
                    <a:pt x="107" y="1"/>
                    <a:pt x="455" y="1"/>
                  </a:cubicBezTo>
                  <a:cubicBezTo>
                    <a:pt x="669" y="1"/>
                    <a:pt x="884" y="242"/>
                    <a:pt x="884" y="456"/>
                  </a:cubicBezTo>
                  <a:close/>
                </a:path>
              </a:pathLst>
            </a:custGeom>
            <a:noFill/>
            <a:ln w="11375" cap="flat" cmpd="sng">
              <a:solidFill>
                <a:schemeClr val="lt1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6"/>
            <p:cNvSpPr/>
            <p:nvPr/>
          </p:nvSpPr>
          <p:spPr>
            <a:xfrm>
              <a:off x="4479125" y="1922025"/>
              <a:ext cx="50225" cy="50200"/>
            </a:xfrm>
            <a:custGeom>
              <a:avLst/>
              <a:gdLst/>
              <a:ahLst/>
              <a:cxnLst/>
              <a:rect l="l" t="t" r="r" b="b"/>
              <a:pathLst>
                <a:path w="2009" h="2008" fill="none" extrusionOk="0">
                  <a:moveTo>
                    <a:pt x="1874" y="803"/>
                  </a:moveTo>
                  <a:cubicBezTo>
                    <a:pt x="2008" y="1472"/>
                    <a:pt x="1446" y="2008"/>
                    <a:pt x="777" y="1901"/>
                  </a:cubicBezTo>
                  <a:cubicBezTo>
                    <a:pt x="429" y="1794"/>
                    <a:pt x="215" y="1579"/>
                    <a:pt x="108" y="1231"/>
                  </a:cubicBezTo>
                  <a:cubicBezTo>
                    <a:pt x="1" y="562"/>
                    <a:pt x="536" y="0"/>
                    <a:pt x="1205" y="134"/>
                  </a:cubicBezTo>
                  <a:cubicBezTo>
                    <a:pt x="1553" y="241"/>
                    <a:pt x="1767" y="455"/>
                    <a:pt x="1874" y="803"/>
                  </a:cubicBezTo>
                  <a:close/>
                </a:path>
              </a:pathLst>
            </a:custGeom>
            <a:noFill/>
            <a:ln w="11375" cap="flat" cmpd="sng">
              <a:solidFill>
                <a:schemeClr val="lt1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4" name="Google Shape;824;p46"/>
          <p:cNvGrpSpPr/>
          <p:nvPr/>
        </p:nvGrpSpPr>
        <p:grpSpPr>
          <a:xfrm>
            <a:off x="7880579" y="371505"/>
            <a:ext cx="543432" cy="741197"/>
            <a:chOff x="2878829" y="3023092"/>
            <a:chExt cx="543432" cy="741197"/>
          </a:xfrm>
        </p:grpSpPr>
        <p:sp>
          <p:nvSpPr>
            <p:cNvPr id="825" name="Google Shape;825;p46"/>
            <p:cNvSpPr/>
            <p:nvPr/>
          </p:nvSpPr>
          <p:spPr>
            <a:xfrm>
              <a:off x="2878829" y="3023092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0"/>
                  </a:moveTo>
                  <a:lnTo>
                    <a:pt x="1" y="107"/>
                  </a:lnTo>
                  <a:cubicBezTo>
                    <a:pt x="1" y="214"/>
                    <a:pt x="135" y="214"/>
                    <a:pt x="135" y="214"/>
                  </a:cubicBezTo>
                  <a:cubicBezTo>
                    <a:pt x="135" y="214"/>
                    <a:pt x="242" y="214"/>
                    <a:pt x="242" y="107"/>
                  </a:cubicBezTo>
                  <a:lnTo>
                    <a:pt x="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6"/>
            <p:cNvSpPr/>
            <p:nvPr/>
          </p:nvSpPr>
          <p:spPr>
            <a:xfrm>
              <a:off x="3056668" y="3023092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0"/>
                  </a:moveTo>
                  <a:cubicBezTo>
                    <a:pt x="0" y="0"/>
                    <a:pt x="0" y="107"/>
                    <a:pt x="0" y="107"/>
                  </a:cubicBezTo>
                  <a:lnTo>
                    <a:pt x="0" y="214"/>
                  </a:lnTo>
                  <a:cubicBezTo>
                    <a:pt x="107" y="214"/>
                    <a:pt x="107" y="214"/>
                    <a:pt x="107" y="107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6"/>
            <p:cNvSpPr/>
            <p:nvPr/>
          </p:nvSpPr>
          <p:spPr>
            <a:xfrm>
              <a:off x="3224403" y="3023092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lnTo>
                    <a:pt x="0" y="107"/>
                  </a:lnTo>
                  <a:lnTo>
                    <a:pt x="108" y="214"/>
                  </a:lnTo>
                  <a:cubicBezTo>
                    <a:pt x="215" y="214"/>
                    <a:pt x="215" y="214"/>
                    <a:pt x="215" y="107"/>
                  </a:cubicBezTo>
                  <a:cubicBezTo>
                    <a:pt x="215" y="107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6"/>
            <p:cNvSpPr/>
            <p:nvPr/>
          </p:nvSpPr>
          <p:spPr>
            <a:xfrm>
              <a:off x="3402148" y="3023092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" y="0"/>
                    <a:pt x="1" y="107"/>
                    <a:pt x="1" y="107"/>
                  </a:cubicBezTo>
                  <a:cubicBezTo>
                    <a:pt x="1" y="214"/>
                    <a:pt x="1" y="214"/>
                    <a:pt x="108" y="214"/>
                  </a:cubicBezTo>
                  <a:cubicBezTo>
                    <a:pt x="108" y="214"/>
                    <a:pt x="215" y="214"/>
                    <a:pt x="215" y="107"/>
                  </a:cubicBezTo>
                  <a:lnTo>
                    <a:pt x="1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46"/>
            <p:cNvSpPr/>
            <p:nvPr/>
          </p:nvSpPr>
          <p:spPr>
            <a:xfrm>
              <a:off x="2878829" y="3168282"/>
              <a:ext cx="22639" cy="22639"/>
            </a:xfrm>
            <a:custGeom>
              <a:avLst/>
              <a:gdLst/>
              <a:ahLst/>
              <a:cxnLst/>
              <a:rect l="l" t="t" r="r" b="b"/>
              <a:pathLst>
                <a:path w="242" h="242" extrusionOk="0">
                  <a:moveTo>
                    <a:pt x="135" y="1"/>
                  </a:moveTo>
                  <a:lnTo>
                    <a:pt x="1" y="108"/>
                  </a:lnTo>
                  <a:lnTo>
                    <a:pt x="135" y="242"/>
                  </a:lnTo>
                  <a:lnTo>
                    <a:pt x="242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6"/>
            <p:cNvSpPr/>
            <p:nvPr/>
          </p:nvSpPr>
          <p:spPr>
            <a:xfrm>
              <a:off x="3056668" y="3168282"/>
              <a:ext cx="10103" cy="22639"/>
            </a:xfrm>
            <a:custGeom>
              <a:avLst/>
              <a:gdLst/>
              <a:ahLst/>
              <a:cxnLst/>
              <a:rect l="l" t="t" r="r" b="b"/>
              <a:pathLst>
                <a:path w="108" h="242" extrusionOk="0">
                  <a:moveTo>
                    <a:pt x="107" y="1"/>
                  </a:moveTo>
                  <a:cubicBezTo>
                    <a:pt x="0" y="1"/>
                    <a:pt x="0" y="108"/>
                    <a:pt x="0" y="108"/>
                  </a:cubicBezTo>
                  <a:cubicBezTo>
                    <a:pt x="0" y="108"/>
                    <a:pt x="0" y="242"/>
                    <a:pt x="107" y="242"/>
                  </a:cubicBezTo>
                  <a:lnTo>
                    <a:pt x="107" y="10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6"/>
            <p:cNvSpPr/>
            <p:nvPr/>
          </p:nvSpPr>
          <p:spPr>
            <a:xfrm>
              <a:off x="3224403" y="3168282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8" y="1"/>
                  </a:moveTo>
                  <a:lnTo>
                    <a:pt x="0" y="108"/>
                  </a:lnTo>
                  <a:lnTo>
                    <a:pt x="108" y="242"/>
                  </a:lnTo>
                  <a:cubicBezTo>
                    <a:pt x="215" y="242"/>
                    <a:pt x="215" y="108"/>
                    <a:pt x="215" y="108"/>
                  </a:cubicBezTo>
                  <a:cubicBezTo>
                    <a:pt x="215" y="108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6"/>
            <p:cNvSpPr/>
            <p:nvPr/>
          </p:nvSpPr>
          <p:spPr>
            <a:xfrm>
              <a:off x="3402148" y="3168282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8" y="1"/>
                  </a:moveTo>
                  <a:cubicBezTo>
                    <a:pt x="1" y="1"/>
                    <a:pt x="1" y="108"/>
                    <a:pt x="1" y="108"/>
                  </a:cubicBezTo>
                  <a:cubicBezTo>
                    <a:pt x="1" y="108"/>
                    <a:pt x="1" y="242"/>
                    <a:pt x="108" y="242"/>
                  </a:cubicBezTo>
                  <a:lnTo>
                    <a:pt x="215" y="108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6"/>
            <p:cNvSpPr/>
            <p:nvPr/>
          </p:nvSpPr>
          <p:spPr>
            <a:xfrm>
              <a:off x="2878829" y="3315997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1"/>
                  </a:moveTo>
                  <a:lnTo>
                    <a:pt x="1" y="108"/>
                  </a:lnTo>
                  <a:lnTo>
                    <a:pt x="135" y="215"/>
                  </a:lnTo>
                  <a:lnTo>
                    <a:pt x="242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6"/>
            <p:cNvSpPr/>
            <p:nvPr/>
          </p:nvSpPr>
          <p:spPr>
            <a:xfrm>
              <a:off x="3056668" y="3315997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1"/>
                  </a:moveTo>
                  <a:cubicBezTo>
                    <a:pt x="0" y="1"/>
                    <a:pt x="0" y="108"/>
                    <a:pt x="0" y="108"/>
                  </a:cubicBezTo>
                  <a:lnTo>
                    <a:pt x="0" y="215"/>
                  </a:lnTo>
                  <a:cubicBezTo>
                    <a:pt x="107" y="215"/>
                    <a:pt x="107" y="108"/>
                    <a:pt x="107" y="108"/>
                  </a:cubicBez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6"/>
            <p:cNvSpPr/>
            <p:nvPr/>
          </p:nvSpPr>
          <p:spPr>
            <a:xfrm>
              <a:off x="3224403" y="3315997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1"/>
                  </a:moveTo>
                  <a:lnTo>
                    <a:pt x="0" y="108"/>
                  </a:lnTo>
                  <a:cubicBezTo>
                    <a:pt x="108" y="108"/>
                    <a:pt x="108" y="215"/>
                    <a:pt x="108" y="215"/>
                  </a:cubicBezTo>
                  <a:cubicBezTo>
                    <a:pt x="215" y="215"/>
                    <a:pt x="215" y="108"/>
                    <a:pt x="215" y="108"/>
                  </a:cubicBez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6"/>
            <p:cNvSpPr/>
            <p:nvPr/>
          </p:nvSpPr>
          <p:spPr>
            <a:xfrm>
              <a:off x="3402148" y="3315997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1"/>
                  </a:moveTo>
                  <a:cubicBezTo>
                    <a:pt x="1" y="1"/>
                    <a:pt x="1" y="108"/>
                    <a:pt x="1" y="108"/>
                  </a:cubicBezTo>
                  <a:cubicBezTo>
                    <a:pt x="1" y="108"/>
                    <a:pt x="1" y="215"/>
                    <a:pt x="108" y="215"/>
                  </a:cubicBezTo>
                  <a:lnTo>
                    <a:pt x="215" y="108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6"/>
            <p:cNvSpPr/>
            <p:nvPr/>
          </p:nvSpPr>
          <p:spPr>
            <a:xfrm>
              <a:off x="2878829" y="3461281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0"/>
                  </a:moveTo>
                  <a:cubicBezTo>
                    <a:pt x="135" y="0"/>
                    <a:pt x="1" y="0"/>
                    <a:pt x="1" y="107"/>
                  </a:cubicBezTo>
                  <a:lnTo>
                    <a:pt x="135" y="214"/>
                  </a:lnTo>
                  <a:lnTo>
                    <a:pt x="242" y="107"/>
                  </a:lnTo>
                  <a:cubicBezTo>
                    <a:pt x="242" y="0"/>
                    <a:pt x="135" y="0"/>
                    <a:pt x="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6"/>
            <p:cNvSpPr/>
            <p:nvPr/>
          </p:nvSpPr>
          <p:spPr>
            <a:xfrm>
              <a:off x="3056668" y="3461281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0"/>
                  </a:moveTo>
                  <a:cubicBezTo>
                    <a:pt x="0" y="0"/>
                    <a:pt x="0" y="0"/>
                    <a:pt x="0" y="107"/>
                  </a:cubicBezTo>
                  <a:lnTo>
                    <a:pt x="0" y="214"/>
                  </a:lnTo>
                  <a:cubicBezTo>
                    <a:pt x="107" y="214"/>
                    <a:pt x="107" y="107"/>
                    <a:pt x="107" y="107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6"/>
            <p:cNvSpPr/>
            <p:nvPr/>
          </p:nvSpPr>
          <p:spPr>
            <a:xfrm>
              <a:off x="3224403" y="3461281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08" y="0"/>
                    <a:pt x="0" y="0"/>
                    <a:pt x="0" y="107"/>
                  </a:cubicBezTo>
                  <a:cubicBezTo>
                    <a:pt x="108" y="107"/>
                    <a:pt x="108" y="107"/>
                    <a:pt x="108" y="214"/>
                  </a:cubicBezTo>
                  <a:cubicBezTo>
                    <a:pt x="215" y="214"/>
                    <a:pt x="215" y="107"/>
                    <a:pt x="215" y="107"/>
                  </a:cubicBezTo>
                  <a:cubicBezTo>
                    <a:pt x="215" y="0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6"/>
            <p:cNvSpPr/>
            <p:nvPr/>
          </p:nvSpPr>
          <p:spPr>
            <a:xfrm>
              <a:off x="3402148" y="3461281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" y="0"/>
                    <a:pt x="1" y="0"/>
                    <a:pt x="1" y="107"/>
                  </a:cubicBezTo>
                  <a:cubicBezTo>
                    <a:pt x="1" y="107"/>
                    <a:pt x="1" y="214"/>
                    <a:pt x="108" y="214"/>
                  </a:cubicBezTo>
                  <a:lnTo>
                    <a:pt x="215" y="107"/>
                  </a:lnTo>
                  <a:cubicBezTo>
                    <a:pt x="215" y="0"/>
                    <a:pt x="108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6"/>
            <p:cNvSpPr/>
            <p:nvPr/>
          </p:nvSpPr>
          <p:spPr>
            <a:xfrm>
              <a:off x="2878829" y="3606470"/>
              <a:ext cx="22639" cy="10103"/>
            </a:xfrm>
            <a:custGeom>
              <a:avLst/>
              <a:gdLst/>
              <a:ahLst/>
              <a:cxnLst/>
              <a:rect l="l" t="t" r="r" b="b"/>
              <a:pathLst>
                <a:path w="242" h="108" extrusionOk="0">
                  <a:moveTo>
                    <a:pt x="135" y="1"/>
                  </a:moveTo>
                  <a:cubicBezTo>
                    <a:pt x="135" y="1"/>
                    <a:pt x="1" y="1"/>
                    <a:pt x="1" y="108"/>
                  </a:cubicBezTo>
                  <a:lnTo>
                    <a:pt x="242" y="108"/>
                  </a:lnTo>
                  <a:cubicBezTo>
                    <a:pt x="242" y="1"/>
                    <a:pt x="135" y="1"/>
                    <a:pt x="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6"/>
            <p:cNvSpPr/>
            <p:nvPr/>
          </p:nvSpPr>
          <p:spPr>
            <a:xfrm>
              <a:off x="3056668" y="3606470"/>
              <a:ext cx="10103" cy="15342"/>
            </a:xfrm>
            <a:custGeom>
              <a:avLst/>
              <a:gdLst/>
              <a:ahLst/>
              <a:cxnLst/>
              <a:rect l="l" t="t" r="r" b="b"/>
              <a:pathLst>
                <a:path w="108" h="164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cubicBezTo>
                    <a:pt x="32" y="148"/>
                    <a:pt x="55" y="164"/>
                    <a:pt x="70" y="164"/>
                  </a:cubicBezTo>
                  <a:cubicBezTo>
                    <a:pt x="107" y="164"/>
                    <a:pt x="107" y="76"/>
                    <a:pt x="1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6"/>
            <p:cNvSpPr/>
            <p:nvPr/>
          </p:nvSpPr>
          <p:spPr>
            <a:xfrm>
              <a:off x="3224403" y="3606470"/>
              <a:ext cx="20113" cy="15342"/>
            </a:xfrm>
            <a:custGeom>
              <a:avLst/>
              <a:gdLst/>
              <a:ahLst/>
              <a:cxnLst/>
              <a:rect l="l" t="t" r="r" b="b"/>
              <a:pathLst>
                <a:path w="215" h="164" extrusionOk="0">
                  <a:moveTo>
                    <a:pt x="108" y="1"/>
                  </a:moveTo>
                  <a:cubicBezTo>
                    <a:pt x="108" y="1"/>
                    <a:pt x="0" y="1"/>
                    <a:pt x="0" y="108"/>
                  </a:cubicBezTo>
                  <a:lnTo>
                    <a:pt x="108" y="108"/>
                  </a:lnTo>
                  <a:cubicBezTo>
                    <a:pt x="140" y="148"/>
                    <a:pt x="162" y="164"/>
                    <a:pt x="178" y="164"/>
                  </a:cubicBezTo>
                  <a:cubicBezTo>
                    <a:pt x="215" y="164"/>
                    <a:pt x="215" y="76"/>
                    <a:pt x="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6"/>
            <p:cNvSpPr/>
            <p:nvPr/>
          </p:nvSpPr>
          <p:spPr>
            <a:xfrm>
              <a:off x="3402148" y="3606470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108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6"/>
            <p:cNvSpPr/>
            <p:nvPr/>
          </p:nvSpPr>
          <p:spPr>
            <a:xfrm>
              <a:off x="2878829" y="3754186"/>
              <a:ext cx="22639" cy="10103"/>
            </a:xfrm>
            <a:custGeom>
              <a:avLst/>
              <a:gdLst/>
              <a:ahLst/>
              <a:cxnLst/>
              <a:rect l="l" t="t" r="r" b="b"/>
              <a:pathLst>
                <a:path w="242" h="108" extrusionOk="0">
                  <a:moveTo>
                    <a:pt x="135" y="1"/>
                  </a:moveTo>
                  <a:cubicBezTo>
                    <a:pt x="135" y="1"/>
                    <a:pt x="1" y="1"/>
                    <a:pt x="1" y="108"/>
                  </a:cubicBezTo>
                  <a:lnTo>
                    <a:pt x="242" y="108"/>
                  </a:lnTo>
                  <a:cubicBezTo>
                    <a:pt x="242" y="1"/>
                    <a:pt x="135" y="1"/>
                    <a:pt x="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6"/>
            <p:cNvSpPr/>
            <p:nvPr/>
          </p:nvSpPr>
          <p:spPr>
            <a:xfrm>
              <a:off x="3056668" y="3754186"/>
              <a:ext cx="10103" cy="10103"/>
            </a:xfrm>
            <a:custGeom>
              <a:avLst/>
              <a:gdLst/>
              <a:ahLst/>
              <a:cxnLst/>
              <a:rect l="l" t="t" r="r" b="b"/>
              <a:pathLst>
                <a:path w="108" h="108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lnTo>
                    <a:pt x="107" y="10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6"/>
            <p:cNvSpPr/>
            <p:nvPr/>
          </p:nvSpPr>
          <p:spPr>
            <a:xfrm>
              <a:off x="3224403" y="3754186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08" y="1"/>
                    <a:pt x="0" y="1"/>
                    <a:pt x="0" y="108"/>
                  </a:cubicBezTo>
                  <a:lnTo>
                    <a:pt x="215" y="108"/>
                  </a:ln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6"/>
            <p:cNvSpPr/>
            <p:nvPr/>
          </p:nvSpPr>
          <p:spPr>
            <a:xfrm>
              <a:off x="3402148" y="3754186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108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9" name="Google Shape;849;p46"/>
          <p:cNvGrpSpPr/>
          <p:nvPr/>
        </p:nvGrpSpPr>
        <p:grpSpPr>
          <a:xfrm>
            <a:off x="449509" y="1404755"/>
            <a:ext cx="541000" cy="741197"/>
            <a:chOff x="1148622" y="1207755"/>
            <a:chExt cx="541000" cy="741197"/>
          </a:xfrm>
        </p:grpSpPr>
        <p:sp>
          <p:nvSpPr>
            <p:cNvPr id="850" name="Google Shape;850;p46"/>
            <p:cNvSpPr/>
            <p:nvPr/>
          </p:nvSpPr>
          <p:spPr>
            <a:xfrm>
              <a:off x="1148622" y="1207755"/>
              <a:ext cx="20113" cy="14500"/>
            </a:xfrm>
            <a:custGeom>
              <a:avLst/>
              <a:gdLst/>
              <a:ahLst/>
              <a:cxnLst/>
              <a:rect l="l" t="t" r="r" b="b"/>
              <a:pathLst>
                <a:path w="215" h="155" extrusionOk="0">
                  <a:moveTo>
                    <a:pt x="108" y="0"/>
                  </a:moveTo>
                  <a:cubicBezTo>
                    <a:pt x="108" y="0"/>
                    <a:pt x="1" y="0"/>
                    <a:pt x="1" y="107"/>
                  </a:cubicBezTo>
                  <a:lnTo>
                    <a:pt x="108" y="107"/>
                  </a:lnTo>
                  <a:cubicBezTo>
                    <a:pt x="143" y="143"/>
                    <a:pt x="167" y="155"/>
                    <a:pt x="183" y="155"/>
                  </a:cubicBezTo>
                  <a:cubicBezTo>
                    <a:pt x="215" y="155"/>
                    <a:pt x="215" y="107"/>
                    <a:pt x="215" y="107"/>
                  </a:cubicBezTo>
                  <a:cubicBezTo>
                    <a:pt x="215" y="0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6"/>
            <p:cNvSpPr/>
            <p:nvPr/>
          </p:nvSpPr>
          <p:spPr>
            <a:xfrm>
              <a:off x="1326461" y="1207755"/>
              <a:ext cx="20113" cy="14500"/>
            </a:xfrm>
            <a:custGeom>
              <a:avLst/>
              <a:gdLst/>
              <a:ahLst/>
              <a:cxnLst/>
              <a:rect l="l" t="t" r="r" b="b"/>
              <a:pathLst>
                <a:path w="215" h="155" extrusionOk="0">
                  <a:moveTo>
                    <a:pt x="107" y="0"/>
                  </a:moveTo>
                  <a:cubicBezTo>
                    <a:pt x="0" y="0"/>
                    <a:pt x="0" y="0"/>
                    <a:pt x="0" y="107"/>
                  </a:cubicBezTo>
                  <a:lnTo>
                    <a:pt x="107" y="107"/>
                  </a:lnTo>
                  <a:cubicBezTo>
                    <a:pt x="107" y="143"/>
                    <a:pt x="119" y="155"/>
                    <a:pt x="135" y="155"/>
                  </a:cubicBezTo>
                  <a:cubicBezTo>
                    <a:pt x="167" y="155"/>
                    <a:pt x="214" y="107"/>
                    <a:pt x="214" y="107"/>
                  </a:cubicBezTo>
                  <a:cubicBezTo>
                    <a:pt x="214" y="0"/>
                    <a:pt x="107" y="0"/>
                    <a:pt x="1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6"/>
            <p:cNvSpPr/>
            <p:nvPr/>
          </p:nvSpPr>
          <p:spPr>
            <a:xfrm>
              <a:off x="1501680" y="1207755"/>
              <a:ext cx="12629" cy="20113"/>
            </a:xfrm>
            <a:custGeom>
              <a:avLst/>
              <a:gdLst/>
              <a:ahLst/>
              <a:cxnLst/>
              <a:rect l="l" t="t" r="r" b="b"/>
              <a:pathLst>
                <a:path w="135" h="215" extrusionOk="0">
                  <a:moveTo>
                    <a:pt x="135" y="0"/>
                  </a:moveTo>
                  <a:cubicBezTo>
                    <a:pt x="1" y="0"/>
                    <a:pt x="1" y="0"/>
                    <a:pt x="1" y="107"/>
                  </a:cubicBezTo>
                  <a:cubicBezTo>
                    <a:pt x="1" y="107"/>
                    <a:pt x="1" y="214"/>
                    <a:pt x="135" y="214"/>
                  </a:cubicBezTo>
                  <a:lnTo>
                    <a:pt x="135" y="107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6"/>
            <p:cNvSpPr/>
            <p:nvPr/>
          </p:nvSpPr>
          <p:spPr>
            <a:xfrm>
              <a:off x="1669415" y="1207755"/>
              <a:ext cx="20207" cy="14500"/>
            </a:xfrm>
            <a:custGeom>
              <a:avLst/>
              <a:gdLst/>
              <a:ahLst/>
              <a:cxnLst/>
              <a:rect l="l" t="t" r="r" b="b"/>
              <a:pathLst>
                <a:path w="216" h="155" extrusionOk="0">
                  <a:moveTo>
                    <a:pt x="108" y="0"/>
                  </a:moveTo>
                  <a:cubicBezTo>
                    <a:pt x="108" y="0"/>
                    <a:pt x="1" y="0"/>
                    <a:pt x="1" y="107"/>
                  </a:cubicBezTo>
                  <a:lnTo>
                    <a:pt x="108" y="107"/>
                  </a:lnTo>
                  <a:cubicBezTo>
                    <a:pt x="144" y="143"/>
                    <a:pt x="168" y="155"/>
                    <a:pt x="183" y="155"/>
                  </a:cubicBezTo>
                  <a:cubicBezTo>
                    <a:pt x="215" y="155"/>
                    <a:pt x="215" y="107"/>
                    <a:pt x="215" y="107"/>
                  </a:cubicBezTo>
                  <a:cubicBezTo>
                    <a:pt x="215" y="0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6"/>
            <p:cNvSpPr/>
            <p:nvPr/>
          </p:nvSpPr>
          <p:spPr>
            <a:xfrm>
              <a:off x="1148622" y="1352944"/>
              <a:ext cx="20113" cy="15342"/>
            </a:xfrm>
            <a:custGeom>
              <a:avLst/>
              <a:gdLst/>
              <a:ahLst/>
              <a:cxnLst/>
              <a:rect l="l" t="t" r="r" b="b"/>
              <a:pathLst>
                <a:path w="215" h="164" extrusionOk="0">
                  <a:moveTo>
                    <a:pt x="108" y="1"/>
                  </a:moveTo>
                  <a:cubicBezTo>
                    <a:pt x="108" y="1"/>
                    <a:pt x="1" y="1"/>
                    <a:pt x="1" y="108"/>
                  </a:cubicBezTo>
                  <a:lnTo>
                    <a:pt x="108" y="108"/>
                  </a:lnTo>
                  <a:cubicBezTo>
                    <a:pt x="140" y="148"/>
                    <a:pt x="162" y="164"/>
                    <a:pt x="178" y="164"/>
                  </a:cubicBezTo>
                  <a:cubicBezTo>
                    <a:pt x="215" y="164"/>
                    <a:pt x="215" y="76"/>
                    <a:pt x="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6"/>
            <p:cNvSpPr/>
            <p:nvPr/>
          </p:nvSpPr>
          <p:spPr>
            <a:xfrm>
              <a:off x="1326461" y="1352944"/>
              <a:ext cx="20113" cy="15342"/>
            </a:xfrm>
            <a:custGeom>
              <a:avLst/>
              <a:gdLst/>
              <a:ahLst/>
              <a:cxnLst/>
              <a:rect l="l" t="t" r="r" b="b"/>
              <a:pathLst>
                <a:path w="215" h="164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lnTo>
                    <a:pt x="107" y="108"/>
                  </a:lnTo>
                  <a:cubicBezTo>
                    <a:pt x="107" y="148"/>
                    <a:pt x="117" y="164"/>
                    <a:pt x="130" y="164"/>
                  </a:cubicBezTo>
                  <a:cubicBezTo>
                    <a:pt x="162" y="164"/>
                    <a:pt x="214" y="76"/>
                    <a:pt x="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6"/>
            <p:cNvSpPr/>
            <p:nvPr/>
          </p:nvSpPr>
          <p:spPr>
            <a:xfrm>
              <a:off x="1501680" y="1352944"/>
              <a:ext cx="12629" cy="10103"/>
            </a:xfrm>
            <a:custGeom>
              <a:avLst/>
              <a:gdLst/>
              <a:ahLst/>
              <a:cxnLst/>
              <a:rect l="l" t="t" r="r" b="b"/>
              <a:pathLst>
                <a:path w="135" h="108" extrusionOk="0">
                  <a:moveTo>
                    <a:pt x="135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135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6"/>
            <p:cNvSpPr/>
            <p:nvPr/>
          </p:nvSpPr>
          <p:spPr>
            <a:xfrm>
              <a:off x="1669415" y="1352944"/>
              <a:ext cx="20207" cy="15342"/>
            </a:xfrm>
            <a:custGeom>
              <a:avLst/>
              <a:gdLst/>
              <a:ahLst/>
              <a:cxnLst/>
              <a:rect l="l" t="t" r="r" b="b"/>
              <a:pathLst>
                <a:path w="216" h="164" extrusionOk="0">
                  <a:moveTo>
                    <a:pt x="108" y="1"/>
                  </a:moveTo>
                  <a:cubicBezTo>
                    <a:pt x="108" y="1"/>
                    <a:pt x="1" y="1"/>
                    <a:pt x="1" y="108"/>
                  </a:cubicBezTo>
                  <a:lnTo>
                    <a:pt x="108" y="108"/>
                  </a:lnTo>
                  <a:cubicBezTo>
                    <a:pt x="140" y="148"/>
                    <a:pt x="163" y="164"/>
                    <a:pt x="178" y="164"/>
                  </a:cubicBezTo>
                  <a:cubicBezTo>
                    <a:pt x="215" y="164"/>
                    <a:pt x="215" y="76"/>
                    <a:pt x="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6"/>
            <p:cNvSpPr/>
            <p:nvPr/>
          </p:nvSpPr>
          <p:spPr>
            <a:xfrm>
              <a:off x="1148622" y="1500660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08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6"/>
            <p:cNvSpPr/>
            <p:nvPr/>
          </p:nvSpPr>
          <p:spPr>
            <a:xfrm>
              <a:off x="1326461" y="1500660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lnTo>
                    <a:pt x="214" y="108"/>
                  </a:lnTo>
                  <a:cubicBezTo>
                    <a:pt x="214" y="1"/>
                    <a:pt x="107" y="1"/>
                    <a:pt x="1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6"/>
            <p:cNvSpPr/>
            <p:nvPr/>
          </p:nvSpPr>
          <p:spPr>
            <a:xfrm>
              <a:off x="1501680" y="1500660"/>
              <a:ext cx="12629" cy="10103"/>
            </a:xfrm>
            <a:custGeom>
              <a:avLst/>
              <a:gdLst/>
              <a:ahLst/>
              <a:cxnLst/>
              <a:rect l="l" t="t" r="r" b="b"/>
              <a:pathLst>
                <a:path w="135" h="108" extrusionOk="0">
                  <a:moveTo>
                    <a:pt x="135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135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6"/>
            <p:cNvSpPr/>
            <p:nvPr/>
          </p:nvSpPr>
          <p:spPr>
            <a:xfrm>
              <a:off x="1669415" y="1500660"/>
              <a:ext cx="20207" cy="10103"/>
            </a:xfrm>
            <a:custGeom>
              <a:avLst/>
              <a:gdLst/>
              <a:ahLst/>
              <a:cxnLst/>
              <a:rect l="l" t="t" r="r" b="b"/>
              <a:pathLst>
                <a:path w="216" h="108" extrusionOk="0">
                  <a:moveTo>
                    <a:pt x="108" y="1"/>
                  </a:moveTo>
                  <a:cubicBezTo>
                    <a:pt x="108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6"/>
            <p:cNvSpPr/>
            <p:nvPr/>
          </p:nvSpPr>
          <p:spPr>
            <a:xfrm>
              <a:off x="1148622" y="1645943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" y="0"/>
                  </a:moveTo>
                  <a:cubicBezTo>
                    <a:pt x="1" y="107"/>
                    <a:pt x="108" y="107"/>
                    <a:pt x="108" y="107"/>
                  </a:cubicBezTo>
                  <a:cubicBezTo>
                    <a:pt x="215" y="107"/>
                    <a:pt x="215" y="107"/>
                    <a:pt x="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6"/>
            <p:cNvSpPr/>
            <p:nvPr/>
          </p:nvSpPr>
          <p:spPr>
            <a:xfrm>
              <a:off x="1326461" y="1645943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0" y="0"/>
                  </a:moveTo>
                  <a:cubicBezTo>
                    <a:pt x="0" y="107"/>
                    <a:pt x="0" y="107"/>
                    <a:pt x="107" y="107"/>
                  </a:cubicBezTo>
                  <a:cubicBezTo>
                    <a:pt x="107" y="107"/>
                    <a:pt x="214" y="107"/>
                    <a:pt x="2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6"/>
            <p:cNvSpPr/>
            <p:nvPr/>
          </p:nvSpPr>
          <p:spPr>
            <a:xfrm>
              <a:off x="1501680" y="1645943"/>
              <a:ext cx="12629" cy="10103"/>
            </a:xfrm>
            <a:custGeom>
              <a:avLst/>
              <a:gdLst/>
              <a:ahLst/>
              <a:cxnLst/>
              <a:rect l="l" t="t" r="r" b="b"/>
              <a:pathLst>
                <a:path w="135" h="108" extrusionOk="0">
                  <a:moveTo>
                    <a:pt x="1" y="0"/>
                  </a:moveTo>
                  <a:cubicBezTo>
                    <a:pt x="1" y="107"/>
                    <a:pt x="1" y="107"/>
                    <a:pt x="135" y="107"/>
                  </a:cubicBezTo>
                  <a:lnTo>
                    <a:pt x="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6"/>
            <p:cNvSpPr/>
            <p:nvPr/>
          </p:nvSpPr>
          <p:spPr>
            <a:xfrm>
              <a:off x="1669415" y="1645943"/>
              <a:ext cx="20207" cy="10103"/>
            </a:xfrm>
            <a:custGeom>
              <a:avLst/>
              <a:gdLst/>
              <a:ahLst/>
              <a:cxnLst/>
              <a:rect l="l" t="t" r="r" b="b"/>
              <a:pathLst>
                <a:path w="216" h="108" extrusionOk="0">
                  <a:moveTo>
                    <a:pt x="1" y="0"/>
                  </a:moveTo>
                  <a:cubicBezTo>
                    <a:pt x="1" y="107"/>
                    <a:pt x="108" y="107"/>
                    <a:pt x="108" y="107"/>
                  </a:cubicBezTo>
                  <a:cubicBezTo>
                    <a:pt x="215" y="107"/>
                    <a:pt x="215" y="107"/>
                    <a:pt x="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6"/>
            <p:cNvSpPr/>
            <p:nvPr/>
          </p:nvSpPr>
          <p:spPr>
            <a:xfrm>
              <a:off x="1148622" y="1787016"/>
              <a:ext cx="20113" cy="14220"/>
            </a:xfrm>
            <a:custGeom>
              <a:avLst/>
              <a:gdLst/>
              <a:ahLst/>
              <a:cxnLst/>
              <a:rect l="l" t="t" r="r" b="b"/>
              <a:pathLst>
                <a:path w="215" h="152" extrusionOk="0">
                  <a:moveTo>
                    <a:pt x="86" y="0"/>
                  </a:moveTo>
                  <a:cubicBezTo>
                    <a:pt x="54" y="0"/>
                    <a:pt x="1" y="76"/>
                    <a:pt x="1" y="152"/>
                  </a:cubicBezTo>
                  <a:lnTo>
                    <a:pt x="108" y="152"/>
                  </a:lnTo>
                  <a:cubicBezTo>
                    <a:pt x="215" y="152"/>
                    <a:pt x="215" y="152"/>
                    <a:pt x="215" y="45"/>
                  </a:cubicBezTo>
                  <a:lnTo>
                    <a:pt x="108" y="45"/>
                  </a:lnTo>
                  <a:cubicBezTo>
                    <a:pt x="108" y="13"/>
                    <a:pt x="99" y="0"/>
                    <a:pt x="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6"/>
            <p:cNvSpPr/>
            <p:nvPr/>
          </p:nvSpPr>
          <p:spPr>
            <a:xfrm>
              <a:off x="1326461" y="1787016"/>
              <a:ext cx="20113" cy="14220"/>
            </a:xfrm>
            <a:custGeom>
              <a:avLst/>
              <a:gdLst/>
              <a:ahLst/>
              <a:cxnLst/>
              <a:rect l="l" t="t" r="r" b="b"/>
              <a:pathLst>
                <a:path w="215" h="152" extrusionOk="0">
                  <a:moveTo>
                    <a:pt x="38" y="0"/>
                  </a:moveTo>
                  <a:cubicBezTo>
                    <a:pt x="0" y="0"/>
                    <a:pt x="0" y="76"/>
                    <a:pt x="0" y="152"/>
                  </a:cubicBezTo>
                  <a:lnTo>
                    <a:pt x="107" y="152"/>
                  </a:lnTo>
                  <a:cubicBezTo>
                    <a:pt x="107" y="152"/>
                    <a:pt x="214" y="152"/>
                    <a:pt x="214" y="45"/>
                  </a:cubicBezTo>
                  <a:lnTo>
                    <a:pt x="107" y="45"/>
                  </a:lnTo>
                  <a:cubicBezTo>
                    <a:pt x="76" y="13"/>
                    <a:pt x="54" y="0"/>
                    <a:pt x="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6"/>
            <p:cNvSpPr/>
            <p:nvPr/>
          </p:nvSpPr>
          <p:spPr>
            <a:xfrm>
              <a:off x="1501680" y="1791132"/>
              <a:ext cx="12629" cy="10103"/>
            </a:xfrm>
            <a:custGeom>
              <a:avLst/>
              <a:gdLst/>
              <a:ahLst/>
              <a:cxnLst/>
              <a:rect l="l" t="t" r="r" b="b"/>
              <a:pathLst>
                <a:path w="135" h="108" extrusionOk="0">
                  <a:moveTo>
                    <a:pt x="1" y="1"/>
                  </a:moveTo>
                  <a:cubicBezTo>
                    <a:pt x="1" y="108"/>
                    <a:pt x="1" y="108"/>
                    <a:pt x="135" y="108"/>
                  </a:cubicBez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6"/>
            <p:cNvSpPr/>
            <p:nvPr/>
          </p:nvSpPr>
          <p:spPr>
            <a:xfrm>
              <a:off x="1669415" y="1787016"/>
              <a:ext cx="20207" cy="14220"/>
            </a:xfrm>
            <a:custGeom>
              <a:avLst/>
              <a:gdLst/>
              <a:ahLst/>
              <a:cxnLst/>
              <a:rect l="l" t="t" r="r" b="b"/>
              <a:pathLst>
                <a:path w="216" h="152" extrusionOk="0">
                  <a:moveTo>
                    <a:pt x="86" y="0"/>
                  </a:moveTo>
                  <a:cubicBezTo>
                    <a:pt x="55" y="0"/>
                    <a:pt x="1" y="76"/>
                    <a:pt x="1" y="152"/>
                  </a:cubicBezTo>
                  <a:lnTo>
                    <a:pt x="108" y="152"/>
                  </a:lnTo>
                  <a:cubicBezTo>
                    <a:pt x="215" y="152"/>
                    <a:pt x="215" y="152"/>
                    <a:pt x="215" y="45"/>
                  </a:cubicBezTo>
                  <a:lnTo>
                    <a:pt x="108" y="45"/>
                  </a:lnTo>
                  <a:cubicBezTo>
                    <a:pt x="108" y="13"/>
                    <a:pt x="99" y="0"/>
                    <a:pt x="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6"/>
            <p:cNvSpPr/>
            <p:nvPr/>
          </p:nvSpPr>
          <p:spPr>
            <a:xfrm>
              <a:off x="1148622" y="1926312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8" y="1"/>
                  </a:moveTo>
                  <a:lnTo>
                    <a:pt x="1" y="135"/>
                  </a:lnTo>
                  <a:lnTo>
                    <a:pt x="108" y="242"/>
                  </a:lnTo>
                  <a:cubicBezTo>
                    <a:pt x="215" y="242"/>
                    <a:pt x="215" y="242"/>
                    <a:pt x="215" y="135"/>
                  </a:cubicBez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6"/>
            <p:cNvSpPr/>
            <p:nvPr/>
          </p:nvSpPr>
          <p:spPr>
            <a:xfrm>
              <a:off x="1326461" y="1926312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7" y="1"/>
                  </a:moveTo>
                  <a:cubicBezTo>
                    <a:pt x="0" y="1"/>
                    <a:pt x="0" y="135"/>
                    <a:pt x="0" y="135"/>
                  </a:cubicBezTo>
                  <a:cubicBezTo>
                    <a:pt x="0" y="242"/>
                    <a:pt x="0" y="242"/>
                    <a:pt x="107" y="242"/>
                  </a:cubicBezTo>
                  <a:cubicBezTo>
                    <a:pt x="107" y="242"/>
                    <a:pt x="214" y="242"/>
                    <a:pt x="214" y="135"/>
                  </a:cubicBezTo>
                  <a:cubicBezTo>
                    <a:pt x="214" y="135"/>
                    <a:pt x="107" y="135"/>
                    <a:pt x="1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6"/>
            <p:cNvSpPr/>
            <p:nvPr/>
          </p:nvSpPr>
          <p:spPr>
            <a:xfrm>
              <a:off x="1501680" y="1926312"/>
              <a:ext cx="12629" cy="22639"/>
            </a:xfrm>
            <a:custGeom>
              <a:avLst/>
              <a:gdLst/>
              <a:ahLst/>
              <a:cxnLst/>
              <a:rect l="l" t="t" r="r" b="b"/>
              <a:pathLst>
                <a:path w="135" h="242" extrusionOk="0">
                  <a:moveTo>
                    <a:pt x="135" y="1"/>
                  </a:moveTo>
                  <a:cubicBezTo>
                    <a:pt x="1" y="1"/>
                    <a:pt x="1" y="135"/>
                    <a:pt x="1" y="135"/>
                  </a:cubicBezTo>
                  <a:cubicBezTo>
                    <a:pt x="1" y="242"/>
                    <a:pt x="1" y="242"/>
                    <a:pt x="135" y="242"/>
                  </a:cubicBezTo>
                  <a:lnTo>
                    <a:pt x="135" y="135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6"/>
            <p:cNvSpPr/>
            <p:nvPr/>
          </p:nvSpPr>
          <p:spPr>
            <a:xfrm>
              <a:off x="1669415" y="1926312"/>
              <a:ext cx="20207" cy="22639"/>
            </a:xfrm>
            <a:custGeom>
              <a:avLst/>
              <a:gdLst/>
              <a:ahLst/>
              <a:cxnLst/>
              <a:rect l="l" t="t" r="r" b="b"/>
              <a:pathLst>
                <a:path w="216" h="242" extrusionOk="0">
                  <a:moveTo>
                    <a:pt x="108" y="1"/>
                  </a:moveTo>
                  <a:lnTo>
                    <a:pt x="1" y="135"/>
                  </a:lnTo>
                  <a:cubicBezTo>
                    <a:pt x="1" y="242"/>
                    <a:pt x="108" y="242"/>
                    <a:pt x="108" y="242"/>
                  </a:cubicBezTo>
                  <a:cubicBezTo>
                    <a:pt x="215" y="242"/>
                    <a:pt x="215" y="242"/>
                    <a:pt x="215" y="135"/>
                  </a:cubicBez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4" name="Google Shape;874;p46"/>
          <p:cNvGrpSpPr/>
          <p:nvPr/>
        </p:nvGrpSpPr>
        <p:grpSpPr>
          <a:xfrm>
            <a:off x="3536854" y="4132455"/>
            <a:ext cx="543432" cy="741197"/>
            <a:chOff x="2878829" y="3023092"/>
            <a:chExt cx="543432" cy="741197"/>
          </a:xfrm>
        </p:grpSpPr>
        <p:sp>
          <p:nvSpPr>
            <p:cNvPr id="875" name="Google Shape;875;p46"/>
            <p:cNvSpPr/>
            <p:nvPr/>
          </p:nvSpPr>
          <p:spPr>
            <a:xfrm>
              <a:off x="2878829" y="3023092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0"/>
                  </a:moveTo>
                  <a:lnTo>
                    <a:pt x="1" y="107"/>
                  </a:lnTo>
                  <a:cubicBezTo>
                    <a:pt x="1" y="214"/>
                    <a:pt x="135" y="214"/>
                    <a:pt x="135" y="214"/>
                  </a:cubicBezTo>
                  <a:cubicBezTo>
                    <a:pt x="135" y="214"/>
                    <a:pt x="242" y="214"/>
                    <a:pt x="242" y="107"/>
                  </a:cubicBezTo>
                  <a:lnTo>
                    <a:pt x="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6"/>
            <p:cNvSpPr/>
            <p:nvPr/>
          </p:nvSpPr>
          <p:spPr>
            <a:xfrm>
              <a:off x="3056668" y="3023092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0"/>
                  </a:moveTo>
                  <a:cubicBezTo>
                    <a:pt x="0" y="0"/>
                    <a:pt x="0" y="107"/>
                    <a:pt x="0" y="107"/>
                  </a:cubicBezTo>
                  <a:lnTo>
                    <a:pt x="0" y="214"/>
                  </a:lnTo>
                  <a:cubicBezTo>
                    <a:pt x="107" y="214"/>
                    <a:pt x="107" y="214"/>
                    <a:pt x="107" y="107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6"/>
            <p:cNvSpPr/>
            <p:nvPr/>
          </p:nvSpPr>
          <p:spPr>
            <a:xfrm>
              <a:off x="3224403" y="3023092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lnTo>
                    <a:pt x="0" y="107"/>
                  </a:lnTo>
                  <a:lnTo>
                    <a:pt x="108" y="214"/>
                  </a:lnTo>
                  <a:cubicBezTo>
                    <a:pt x="215" y="214"/>
                    <a:pt x="215" y="214"/>
                    <a:pt x="215" y="107"/>
                  </a:cubicBezTo>
                  <a:cubicBezTo>
                    <a:pt x="215" y="107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6"/>
            <p:cNvSpPr/>
            <p:nvPr/>
          </p:nvSpPr>
          <p:spPr>
            <a:xfrm>
              <a:off x="3402148" y="3023092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" y="0"/>
                    <a:pt x="1" y="107"/>
                    <a:pt x="1" y="107"/>
                  </a:cubicBezTo>
                  <a:cubicBezTo>
                    <a:pt x="1" y="214"/>
                    <a:pt x="1" y="214"/>
                    <a:pt x="108" y="214"/>
                  </a:cubicBezTo>
                  <a:cubicBezTo>
                    <a:pt x="108" y="214"/>
                    <a:pt x="215" y="214"/>
                    <a:pt x="215" y="107"/>
                  </a:cubicBezTo>
                  <a:lnTo>
                    <a:pt x="1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6"/>
            <p:cNvSpPr/>
            <p:nvPr/>
          </p:nvSpPr>
          <p:spPr>
            <a:xfrm>
              <a:off x="2878829" y="3168282"/>
              <a:ext cx="22639" cy="22639"/>
            </a:xfrm>
            <a:custGeom>
              <a:avLst/>
              <a:gdLst/>
              <a:ahLst/>
              <a:cxnLst/>
              <a:rect l="l" t="t" r="r" b="b"/>
              <a:pathLst>
                <a:path w="242" h="242" extrusionOk="0">
                  <a:moveTo>
                    <a:pt x="135" y="1"/>
                  </a:moveTo>
                  <a:lnTo>
                    <a:pt x="1" y="108"/>
                  </a:lnTo>
                  <a:lnTo>
                    <a:pt x="135" y="242"/>
                  </a:lnTo>
                  <a:lnTo>
                    <a:pt x="242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6"/>
            <p:cNvSpPr/>
            <p:nvPr/>
          </p:nvSpPr>
          <p:spPr>
            <a:xfrm>
              <a:off x="3056668" y="3168282"/>
              <a:ext cx="10103" cy="22639"/>
            </a:xfrm>
            <a:custGeom>
              <a:avLst/>
              <a:gdLst/>
              <a:ahLst/>
              <a:cxnLst/>
              <a:rect l="l" t="t" r="r" b="b"/>
              <a:pathLst>
                <a:path w="108" h="242" extrusionOk="0">
                  <a:moveTo>
                    <a:pt x="107" y="1"/>
                  </a:moveTo>
                  <a:cubicBezTo>
                    <a:pt x="0" y="1"/>
                    <a:pt x="0" y="108"/>
                    <a:pt x="0" y="108"/>
                  </a:cubicBezTo>
                  <a:cubicBezTo>
                    <a:pt x="0" y="108"/>
                    <a:pt x="0" y="242"/>
                    <a:pt x="107" y="242"/>
                  </a:cubicBezTo>
                  <a:lnTo>
                    <a:pt x="107" y="10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46"/>
            <p:cNvSpPr/>
            <p:nvPr/>
          </p:nvSpPr>
          <p:spPr>
            <a:xfrm>
              <a:off x="3224403" y="3168282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8" y="1"/>
                  </a:moveTo>
                  <a:lnTo>
                    <a:pt x="0" y="108"/>
                  </a:lnTo>
                  <a:lnTo>
                    <a:pt x="108" y="242"/>
                  </a:lnTo>
                  <a:cubicBezTo>
                    <a:pt x="215" y="242"/>
                    <a:pt x="215" y="108"/>
                    <a:pt x="215" y="108"/>
                  </a:cubicBezTo>
                  <a:cubicBezTo>
                    <a:pt x="215" y="108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46"/>
            <p:cNvSpPr/>
            <p:nvPr/>
          </p:nvSpPr>
          <p:spPr>
            <a:xfrm>
              <a:off x="3402148" y="3168282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8" y="1"/>
                  </a:moveTo>
                  <a:cubicBezTo>
                    <a:pt x="1" y="1"/>
                    <a:pt x="1" y="108"/>
                    <a:pt x="1" y="108"/>
                  </a:cubicBezTo>
                  <a:cubicBezTo>
                    <a:pt x="1" y="108"/>
                    <a:pt x="1" y="242"/>
                    <a:pt x="108" y="242"/>
                  </a:cubicBezTo>
                  <a:lnTo>
                    <a:pt x="215" y="108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46"/>
            <p:cNvSpPr/>
            <p:nvPr/>
          </p:nvSpPr>
          <p:spPr>
            <a:xfrm>
              <a:off x="2878829" y="3315997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1"/>
                  </a:moveTo>
                  <a:lnTo>
                    <a:pt x="1" y="108"/>
                  </a:lnTo>
                  <a:lnTo>
                    <a:pt x="135" y="215"/>
                  </a:lnTo>
                  <a:lnTo>
                    <a:pt x="242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46"/>
            <p:cNvSpPr/>
            <p:nvPr/>
          </p:nvSpPr>
          <p:spPr>
            <a:xfrm>
              <a:off x="3056668" y="3315997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1"/>
                  </a:moveTo>
                  <a:cubicBezTo>
                    <a:pt x="0" y="1"/>
                    <a:pt x="0" y="108"/>
                    <a:pt x="0" y="108"/>
                  </a:cubicBezTo>
                  <a:lnTo>
                    <a:pt x="0" y="215"/>
                  </a:lnTo>
                  <a:cubicBezTo>
                    <a:pt x="107" y="215"/>
                    <a:pt x="107" y="108"/>
                    <a:pt x="107" y="108"/>
                  </a:cubicBez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46"/>
            <p:cNvSpPr/>
            <p:nvPr/>
          </p:nvSpPr>
          <p:spPr>
            <a:xfrm>
              <a:off x="3224403" y="3315997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1"/>
                  </a:moveTo>
                  <a:lnTo>
                    <a:pt x="0" y="108"/>
                  </a:lnTo>
                  <a:cubicBezTo>
                    <a:pt x="108" y="108"/>
                    <a:pt x="108" y="215"/>
                    <a:pt x="108" y="215"/>
                  </a:cubicBezTo>
                  <a:cubicBezTo>
                    <a:pt x="215" y="215"/>
                    <a:pt x="215" y="108"/>
                    <a:pt x="215" y="108"/>
                  </a:cubicBez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46"/>
            <p:cNvSpPr/>
            <p:nvPr/>
          </p:nvSpPr>
          <p:spPr>
            <a:xfrm>
              <a:off x="3402148" y="3315997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1"/>
                  </a:moveTo>
                  <a:cubicBezTo>
                    <a:pt x="1" y="1"/>
                    <a:pt x="1" y="108"/>
                    <a:pt x="1" y="108"/>
                  </a:cubicBezTo>
                  <a:cubicBezTo>
                    <a:pt x="1" y="108"/>
                    <a:pt x="1" y="215"/>
                    <a:pt x="108" y="215"/>
                  </a:cubicBezTo>
                  <a:lnTo>
                    <a:pt x="215" y="108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6"/>
            <p:cNvSpPr/>
            <p:nvPr/>
          </p:nvSpPr>
          <p:spPr>
            <a:xfrm>
              <a:off x="2878829" y="3461281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0"/>
                  </a:moveTo>
                  <a:cubicBezTo>
                    <a:pt x="135" y="0"/>
                    <a:pt x="1" y="0"/>
                    <a:pt x="1" y="107"/>
                  </a:cubicBezTo>
                  <a:lnTo>
                    <a:pt x="135" y="214"/>
                  </a:lnTo>
                  <a:lnTo>
                    <a:pt x="242" y="107"/>
                  </a:lnTo>
                  <a:cubicBezTo>
                    <a:pt x="242" y="0"/>
                    <a:pt x="135" y="0"/>
                    <a:pt x="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46"/>
            <p:cNvSpPr/>
            <p:nvPr/>
          </p:nvSpPr>
          <p:spPr>
            <a:xfrm>
              <a:off x="3056668" y="3461281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0"/>
                  </a:moveTo>
                  <a:cubicBezTo>
                    <a:pt x="0" y="0"/>
                    <a:pt x="0" y="0"/>
                    <a:pt x="0" y="107"/>
                  </a:cubicBezTo>
                  <a:lnTo>
                    <a:pt x="0" y="214"/>
                  </a:lnTo>
                  <a:cubicBezTo>
                    <a:pt x="107" y="214"/>
                    <a:pt x="107" y="107"/>
                    <a:pt x="107" y="107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6"/>
            <p:cNvSpPr/>
            <p:nvPr/>
          </p:nvSpPr>
          <p:spPr>
            <a:xfrm>
              <a:off x="3224403" y="3461281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08" y="0"/>
                    <a:pt x="0" y="0"/>
                    <a:pt x="0" y="107"/>
                  </a:cubicBezTo>
                  <a:cubicBezTo>
                    <a:pt x="108" y="107"/>
                    <a:pt x="108" y="107"/>
                    <a:pt x="108" y="214"/>
                  </a:cubicBezTo>
                  <a:cubicBezTo>
                    <a:pt x="215" y="214"/>
                    <a:pt x="215" y="107"/>
                    <a:pt x="215" y="107"/>
                  </a:cubicBezTo>
                  <a:cubicBezTo>
                    <a:pt x="215" y="0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6"/>
            <p:cNvSpPr/>
            <p:nvPr/>
          </p:nvSpPr>
          <p:spPr>
            <a:xfrm>
              <a:off x="3402148" y="3461281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" y="0"/>
                    <a:pt x="1" y="0"/>
                    <a:pt x="1" y="107"/>
                  </a:cubicBezTo>
                  <a:cubicBezTo>
                    <a:pt x="1" y="107"/>
                    <a:pt x="1" y="214"/>
                    <a:pt x="108" y="214"/>
                  </a:cubicBezTo>
                  <a:lnTo>
                    <a:pt x="215" y="107"/>
                  </a:lnTo>
                  <a:cubicBezTo>
                    <a:pt x="215" y="0"/>
                    <a:pt x="108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6"/>
            <p:cNvSpPr/>
            <p:nvPr/>
          </p:nvSpPr>
          <p:spPr>
            <a:xfrm>
              <a:off x="2878829" y="3606470"/>
              <a:ext cx="22639" cy="10103"/>
            </a:xfrm>
            <a:custGeom>
              <a:avLst/>
              <a:gdLst/>
              <a:ahLst/>
              <a:cxnLst/>
              <a:rect l="l" t="t" r="r" b="b"/>
              <a:pathLst>
                <a:path w="242" h="108" extrusionOk="0">
                  <a:moveTo>
                    <a:pt x="135" y="1"/>
                  </a:moveTo>
                  <a:cubicBezTo>
                    <a:pt x="135" y="1"/>
                    <a:pt x="1" y="1"/>
                    <a:pt x="1" y="108"/>
                  </a:cubicBezTo>
                  <a:lnTo>
                    <a:pt x="242" y="108"/>
                  </a:lnTo>
                  <a:cubicBezTo>
                    <a:pt x="242" y="1"/>
                    <a:pt x="135" y="1"/>
                    <a:pt x="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6"/>
            <p:cNvSpPr/>
            <p:nvPr/>
          </p:nvSpPr>
          <p:spPr>
            <a:xfrm>
              <a:off x="3056668" y="3606470"/>
              <a:ext cx="10103" cy="15342"/>
            </a:xfrm>
            <a:custGeom>
              <a:avLst/>
              <a:gdLst/>
              <a:ahLst/>
              <a:cxnLst/>
              <a:rect l="l" t="t" r="r" b="b"/>
              <a:pathLst>
                <a:path w="108" h="164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cubicBezTo>
                    <a:pt x="32" y="148"/>
                    <a:pt x="55" y="164"/>
                    <a:pt x="70" y="164"/>
                  </a:cubicBezTo>
                  <a:cubicBezTo>
                    <a:pt x="107" y="164"/>
                    <a:pt x="107" y="76"/>
                    <a:pt x="1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6"/>
            <p:cNvSpPr/>
            <p:nvPr/>
          </p:nvSpPr>
          <p:spPr>
            <a:xfrm>
              <a:off x="3224403" y="3606470"/>
              <a:ext cx="20113" cy="15342"/>
            </a:xfrm>
            <a:custGeom>
              <a:avLst/>
              <a:gdLst/>
              <a:ahLst/>
              <a:cxnLst/>
              <a:rect l="l" t="t" r="r" b="b"/>
              <a:pathLst>
                <a:path w="215" h="164" extrusionOk="0">
                  <a:moveTo>
                    <a:pt x="108" y="1"/>
                  </a:moveTo>
                  <a:cubicBezTo>
                    <a:pt x="108" y="1"/>
                    <a:pt x="0" y="1"/>
                    <a:pt x="0" y="108"/>
                  </a:cubicBezTo>
                  <a:lnTo>
                    <a:pt x="108" y="108"/>
                  </a:lnTo>
                  <a:cubicBezTo>
                    <a:pt x="140" y="148"/>
                    <a:pt x="162" y="164"/>
                    <a:pt x="178" y="164"/>
                  </a:cubicBezTo>
                  <a:cubicBezTo>
                    <a:pt x="215" y="164"/>
                    <a:pt x="215" y="76"/>
                    <a:pt x="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6"/>
            <p:cNvSpPr/>
            <p:nvPr/>
          </p:nvSpPr>
          <p:spPr>
            <a:xfrm>
              <a:off x="3402148" y="3606470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108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6"/>
            <p:cNvSpPr/>
            <p:nvPr/>
          </p:nvSpPr>
          <p:spPr>
            <a:xfrm>
              <a:off x="2878829" y="3754186"/>
              <a:ext cx="22639" cy="10103"/>
            </a:xfrm>
            <a:custGeom>
              <a:avLst/>
              <a:gdLst/>
              <a:ahLst/>
              <a:cxnLst/>
              <a:rect l="l" t="t" r="r" b="b"/>
              <a:pathLst>
                <a:path w="242" h="108" extrusionOk="0">
                  <a:moveTo>
                    <a:pt x="135" y="1"/>
                  </a:moveTo>
                  <a:cubicBezTo>
                    <a:pt x="135" y="1"/>
                    <a:pt x="1" y="1"/>
                    <a:pt x="1" y="108"/>
                  </a:cubicBezTo>
                  <a:lnTo>
                    <a:pt x="242" y="108"/>
                  </a:lnTo>
                  <a:cubicBezTo>
                    <a:pt x="242" y="1"/>
                    <a:pt x="135" y="1"/>
                    <a:pt x="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6"/>
            <p:cNvSpPr/>
            <p:nvPr/>
          </p:nvSpPr>
          <p:spPr>
            <a:xfrm>
              <a:off x="3056668" y="3754186"/>
              <a:ext cx="10103" cy="10103"/>
            </a:xfrm>
            <a:custGeom>
              <a:avLst/>
              <a:gdLst/>
              <a:ahLst/>
              <a:cxnLst/>
              <a:rect l="l" t="t" r="r" b="b"/>
              <a:pathLst>
                <a:path w="108" h="108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lnTo>
                    <a:pt x="107" y="10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6"/>
            <p:cNvSpPr/>
            <p:nvPr/>
          </p:nvSpPr>
          <p:spPr>
            <a:xfrm>
              <a:off x="3224403" y="3754186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08" y="1"/>
                    <a:pt x="0" y="1"/>
                    <a:pt x="0" y="108"/>
                  </a:cubicBezTo>
                  <a:lnTo>
                    <a:pt x="215" y="108"/>
                  </a:ln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6"/>
            <p:cNvSpPr/>
            <p:nvPr/>
          </p:nvSpPr>
          <p:spPr>
            <a:xfrm>
              <a:off x="3402148" y="3754186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108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" name="Google Shape;12753;p85"/>
          <p:cNvSpPr/>
          <p:nvPr/>
        </p:nvSpPr>
        <p:spPr>
          <a:xfrm>
            <a:off x="3415945" y="1807071"/>
            <a:ext cx="617702" cy="578291"/>
          </a:xfrm>
          <a:custGeom>
            <a:avLst/>
            <a:gdLst/>
            <a:ahLst/>
            <a:cxnLst/>
            <a:rect l="l" t="t" r="r" b="b"/>
            <a:pathLst>
              <a:path w="9943" h="10181" extrusionOk="0">
                <a:moveTo>
                  <a:pt x="7883" y="536"/>
                </a:moveTo>
                <a:lnTo>
                  <a:pt x="9264" y="1918"/>
                </a:lnTo>
                <a:lnTo>
                  <a:pt x="7883" y="1918"/>
                </a:lnTo>
                <a:lnTo>
                  <a:pt x="7883" y="536"/>
                </a:lnTo>
                <a:close/>
                <a:moveTo>
                  <a:pt x="6442" y="1537"/>
                </a:moveTo>
                <a:lnTo>
                  <a:pt x="7823" y="2918"/>
                </a:lnTo>
                <a:lnTo>
                  <a:pt x="6442" y="2918"/>
                </a:lnTo>
                <a:lnTo>
                  <a:pt x="6442" y="1537"/>
                </a:lnTo>
                <a:close/>
                <a:moveTo>
                  <a:pt x="2954" y="5323"/>
                </a:moveTo>
                <a:cubicBezTo>
                  <a:pt x="3489" y="5323"/>
                  <a:pt x="3918" y="5799"/>
                  <a:pt x="3918" y="6394"/>
                </a:cubicBezTo>
                <a:lnTo>
                  <a:pt x="3930" y="6478"/>
                </a:lnTo>
                <a:cubicBezTo>
                  <a:pt x="3906" y="6478"/>
                  <a:pt x="3906" y="6478"/>
                  <a:pt x="3894" y="6490"/>
                </a:cubicBezTo>
                <a:cubicBezTo>
                  <a:pt x="3585" y="6418"/>
                  <a:pt x="3489" y="5966"/>
                  <a:pt x="3489" y="5966"/>
                </a:cubicBezTo>
                <a:cubicBezTo>
                  <a:pt x="3477" y="5906"/>
                  <a:pt x="3430" y="5847"/>
                  <a:pt x="3358" y="5835"/>
                </a:cubicBezTo>
                <a:cubicBezTo>
                  <a:pt x="3348" y="5833"/>
                  <a:pt x="3338" y="5832"/>
                  <a:pt x="3328" y="5832"/>
                </a:cubicBezTo>
                <a:cubicBezTo>
                  <a:pt x="3276" y="5832"/>
                  <a:pt x="3221" y="5857"/>
                  <a:pt x="3192" y="5906"/>
                </a:cubicBezTo>
                <a:cubicBezTo>
                  <a:pt x="2823" y="6478"/>
                  <a:pt x="1989" y="6490"/>
                  <a:pt x="1977" y="6490"/>
                </a:cubicBezTo>
                <a:lnTo>
                  <a:pt x="1930" y="6490"/>
                </a:lnTo>
                <a:cubicBezTo>
                  <a:pt x="1918" y="6490"/>
                  <a:pt x="1894" y="6490"/>
                  <a:pt x="1894" y="6478"/>
                </a:cubicBezTo>
                <a:lnTo>
                  <a:pt x="1894" y="6394"/>
                </a:lnTo>
                <a:cubicBezTo>
                  <a:pt x="1894" y="5799"/>
                  <a:pt x="2334" y="5323"/>
                  <a:pt x="2870" y="5323"/>
                </a:cubicBezTo>
                <a:close/>
                <a:moveTo>
                  <a:pt x="1668" y="6906"/>
                </a:moveTo>
                <a:cubicBezTo>
                  <a:pt x="1680" y="6906"/>
                  <a:pt x="1692" y="6918"/>
                  <a:pt x="1703" y="6918"/>
                </a:cubicBezTo>
                <a:lnTo>
                  <a:pt x="1703" y="7097"/>
                </a:lnTo>
                <a:cubicBezTo>
                  <a:pt x="1727" y="7132"/>
                  <a:pt x="1727" y="7192"/>
                  <a:pt x="1727" y="7228"/>
                </a:cubicBezTo>
                <a:cubicBezTo>
                  <a:pt x="1644" y="7216"/>
                  <a:pt x="1584" y="7144"/>
                  <a:pt x="1584" y="7049"/>
                </a:cubicBezTo>
                <a:cubicBezTo>
                  <a:pt x="1584" y="6990"/>
                  <a:pt x="1620" y="6930"/>
                  <a:pt x="1668" y="6906"/>
                </a:cubicBezTo>
                <a:close/>
                <a:moveTo>
                  <a:pt x="4168" y="6894"/>
                </a:moveTo>
                <a:cubicBezTo>
                  <a:pt x="4204" y="6918"/>
                  <a:pt x="4239" y="6978"/>
                  <a:pt x="4239" y="7037"/>
                </a:cubicBezTo>
                <a:cubicBezTo>
                  <a:pt x="4228" y="7144"/>
                  <a:pt x="4180" y="7216"/>
                  <a:pt x="4109" y="7228"/>
                </a:cubicBezTo>
                <a:cubicBezTo>
                  <a:pt x="4109" y="7192"/>
                  <a:pt x="4120" y="7132"/>
                  <a:pt x="4120" y="7085"/>
                </a:cubicBezTo>
                <a:lnTo>
                  <a:pt x="4120" y="6906"/>
                </a:lnTo>
                <a:cubicBezTo>
                  <a:pt x="4132" y="6906"/>
                  <a:pt x="4144" y="6906"/>
                  <a:pt x="4168" y="6894"/>
                </a:cubicBezTo>
                <a:close/>
                <a:moveTo>
                  <a:pt x="3251" y="6311"/>
                </a:moveTo>
                <a:cubicBezTo>
                  <a:pt x="3347" y="6490"/>
                  <a:pt x="3513" y="6716"/>
                  <a:pt x="3775" y="6787"/>
                </a:cubicBezTo>
                <a:lnTo>
                  <a:pt x="3775" y="7085"/>
                </a:lnTo>
                <a:cubicBezTo>
                  <a:pt x="3775" y="7561"/>
                  <a:pt x="3430" y="7942"/>
                  <a:pt x="3001" y="7942"/>
                </a:cubicBezTo>
                <a:lnTo>
                  <a:pt x="2787" y="7942"/>
                </a:lnTo>
                <a:cubicBezTo>
                  <a:pt x="2358" y="7942"/>
                  <a:pt x="2013" y="7561"/>
                  <a:pt x="2013" y="7085"/>
                </a:cubicBezTo>
                <a:lnTo>
                  <a:pt x="2013" y="6799"/>
                </a:lnTo>
                <a:lnTo>
                  <a:pt x="2037" y="6799"/>
                </a:lnTo>
                <a:cubicBezTo>
                  <a:pt x="2227" y="6787"/>
                  <a:pt x="2835" y="6728"/>
                  <a:pt x="3251" y="6311"/>
                </a:cubicBezTo>
                <a:close/>
                <a:moveTo>
                  <a:pt x="3013" y="8240"/>
                </a:moveTo>
                <a:cubicBezTo>
                  <a:pt x="3061" y="8264"/>
                  <a:pt x="3108" y="8264"/>
                  <a:pt x="3156" y="8264"/>
                </a:cubicBezTo>
                <a:lnTo>
                  <a:pt x="3156" y="8418"/>
                </a:lnTo>
                <a:lnTo>
                  <a:pt x="2918" y="8656"/>
                </a:lnTo>
                <a:lnTo>
                  <a:pt x="2692" y="8442"/>
                </a:lnTo>
                <a:lnTo>
                  <a:pt x="2692" y="8240"/>
                </a:lnTo>
                <a:close/>
                <a:moveTo>
                  <a:pt x="7597" y="334"/>
                </a:moveTo>
                <a:lnTo>
                  <a:pt x="7597" y="2108"/>
                </a:lnTo>
                <a:cubicBezTo>
                  <a:pt x="7597" y="2203"/>
                  <a:pt x="7680" y="2275"/>
                  <a:pt x="7764" y="2275"/>
                </a:cubicBezTo>
                <a:lnTo>
                  <a:pt x="9538" y="2275"/>
                </a:lnTo>
                <a:lnTo>
                  <a:pt x="9538" y="8871"/>
                </a:lnTo>
                <a:lnTo>
                  <a:pt x="8359" y="8871"/>
                </a:lnTo>
                <a:lnTo>
                  <a:pt x="8359" y="3084"/>
                </a:lnTo>
                <a:lnTo>
                  <a:pt x="8359" y="3061"/>
                </a:lnTo>
                <a:lnTo>
                  <a:pt x="8359" y="3049"/>
                </a:lnTo>
                <a:cubicBezTo>
                  <a:pt x="8359" y="3049"/>
                  <a:pt x="8359" y="3037"/>
                  <a:pt x="8347" y="3037"/>
                </a:cubicBezTo>
                <a:cubicBezTo>
                  <a:pt x="8347" y="3037"/>
                  <a:pt x="8347" y="3013"/>
                  <a:pt x="8335" y="3013"/>
                </a:cubicBezTo>
                <a:lnTo>
                  <a:pt x="8311" y="3001"/>
                </a:lnTo>
                <a:lnTo>
                  <a:pt x="6383" y="1072"/>
                </a:lnTo>
                <a:lnTo>
                  <a:pt x="6371" y="1048"/>
                </a:lnTo>
                <a:lnTo>
                  <a:pt x="6347" y="1036"/>
                </a:lnTo>
                <a:cubicBezTo>
                  <a:pt x="6347" y="1036"/>
                  <a:pt x="6335" y="1036"/>
                  <a:pt x="6335" y="1025"/>
                </a:cubicBezTo>
                <a:lnTo>
                  <a:pt x="3882" y="1025"/>
                </a:lnTo>
                <a:lnTo>
                  <a:pt x="3882" y="334"/>
                </a:lnTo>
                <a:close/>
                <a:moveTo>
                  <a:pt x="6085" y="1334"/>
                </a:moveTo>
                <a:lnTo>
                  <a:pt x="6085" y="3108"/>
                </a:lnTo>
                <a:cubicBezTo>
                  <a:pt x="6085" y="3192"/>
                  <a:pt x="6156" y="3275"/>
                  <a:pt x="6240" y="3275"/>
                </a:cubicBezTo>
                <a:lnTo>
                  <a:pt x="8014" y="3275"/>
                </a:lnTo>
                <a:lnTo>
                  <a:pt x="8049" y="9883"/>
                </a:lnTo>
                <a:lnTo>
                  <a:pt x="4311" y="9883"/>
                </a:lnTo>
                <a:cubicBezTo>
                  <a:pt x="5192" y="9407"/>
                  <a:pt x="5811" y="8502"/>
                  <a:pt x="5871" y="7430"/>
                </a:cubicBezTo>
                <a:lnTo>
                  <a:pt x="5871" y="7406"/>
                </a:lnTo>
                <a:lnTo>
                  <a:pt x="5871" y="7347"/>
                </a:lnTo>
                <a:lnTo>
                  <a:pt x="5871" y="7323"/>
                </a:lnTo>
                <a:lnTo>
                  <a:pt x="5871" y="7311"/>
                </a:lnTo>
                <a:lnTo>
                  <a:pt x="5871" y="7263"/>
                </a:lnTo>
                <a:lnTo>
                  <a:pt x="5871" y="7228"/>
                </a:lnTo>
                <a:lnTo>
                  <a:pt x="5871" y="7216"/>
                </a:lnTo>
                <a:lnTo>
                  <a:pt x="5871" y="7168"/>
                </a:lnTo>
                <a:lnTo>
                  <a:pt x="5871" y="7144"/>
                </a:lnTo>
                <a:lnTo>
                  <a:pt x="5871" y="7121"/>
                </a:lnTo>
                <a:lnTo>
                  <a:pt x="5871" y="7085"/>
                </a:lnTo>
                <a:lnTo>
                  <a:pt x="5871" y="7049"/>
                </a:lnTo>
                <a:lnTo>
                  <a:pt x="5871" y="7002"/>
                </a:lnTo>
                <a:lnTo>
                  <a:pt x="5871" y="6978"/>
                </a:lnTo>
                <a:lnTo>
                  <a:pt x="5871" y="6930"/>
                </a:lnTo>
                <a:lnTo>
                  <a:pt x="5871" y="6906"/>
                </a:lnTo>
                <a:lnTo>
                  <a:pt x="5871" y="6859"/>
                </a:lnTo>
                <a:lnTo>
                  <a:pt x="5871" y="6847"/>
                </a:lnTo>
                <a:lnTo>
                  <a:pt x="5871" y="6823"/>
                </a:lnTo>
                <a:lnTo>
                  <a:pt x="5871" y="6787"/>
                </a:lnTo>
                <a:lnTo>
                  <a:pt x="5871" y="6751"/>
                </a:lnTo>
                <a:cubicBezTo>
                  <a:pt x="5871" y="6728"/>
                  <a:pt x="5859" y="6704"/>
                  <a:pt x="5859" y="6680"/>
                </a:cubicBezTo>
                <a:cubicBezTo>
                  <a:pt x="5859" y="6644"/>
                  <a:pt x="5847" y="6632"/>
                  <a:pt x="5847" y="6609"/>
                </a:cubicBezTo>
                <a:lnTo>
                  <a:pt x="5847" y="6573"/>
                </a:lnTo>
                <a:cubicBezTo>
                  <a:pt x="5847" y="6561"/>
                  <a:pt x="5835" y="6549"/>
                  <a:pt x="5835" y="6525"/>
                </a:cubicBezTo>
                <a:lnTo>
                  <a:pt x="5835" y="6513"/>
                </a:lnTo>
                <a:lnTo>
                  <a:pt x="5835" y="6501"/>
                </a:lnTo>
                <a:cubicBezTo>
                  <a:pt x="5835" y="6490"/>
                  <a:pt x="5811" y="6466"/>
                  <a:pt x="5811" y="6454"/>
                </a:cubicBezTo>
                <a:cubicBezTo>
                  <a:pt x="5811" y="6442"/>
                  <a:pt x="5811" y="6442"/>
                  <a:pt x="5799" y="6430"/>
                </a:cubicBezTo>
                <a:cubicBezTo>
                  <a:pt x="5799" y="6406"/>
                  <a:pt x="5787" y="6394"/>
                  <a:pt x="5787" y="6382"/>
                </a:cubicBezTo>
                <a:lnTo>
                  <a:pt x="5775" y="6347"/>
                </a:lnTo>
                <a:cubicBezTo>
                  <a:pt x="5775" y="6335"/>
                  <a:pt x="5752" y="6323"/>
                  <a:pt x="5752" y="6311"/>
                </a:cubicBezTo>
                <a:cubicBezTo>
                  <a:pt x="5752" y="6287"/>
                  <a:pt x="5752" y="6287"/>
                  <a:pt x="5740" y="6275"/>
                </a:cubicBezTo>
                <a:cubicBezTo>
                  <a:pt x="5740" y="6263"/>
                  <a:pt x="5728" y="6251"/>
                  <a:pt x="5728" y="6228"/>
                </a:cubicBezTo>
                <a:lnTo>
                  <a:pt x="5716" y="6204"/>
                </a:lnTo>
                <a:cubicBezTo>
                  <a:pt x="5716" y="6192"/>
                  <a:pt x="5692" y="6168"/>
                  <a:pt x="5692" y="6156"/>
                </a:cubicBezTo>
                <a:lnTo>
                  <a:pt x="5692" y="6144"/>
                </a:lnTo>
                <a:cubicBezTo>
                  <a:pt x="5656" y="6037"/>
                  <a:pt x="5597" y="5930"/>
                  <a:pt x="5549" y="5835"/>
                </a:cubicBezTo>
                <a:cubicBezTo>
                  <a:pt x="5518" y="5780"/>
                  <a:pt x="5461" y="5751"/>
                  <a:pt x="5405" y="5751"/>
                </a:cubicBezTo>
                <a:cubicBezTo>
                  <a:pt x="5376" y="5751"/>
                  <a:pt x="5347" y="5759"/>
                  <a:pt x="5323" y="5775"/>
                </a:cubicBezTo>
                <a:cubicBezTo>
                  <a:pt x="5252" y="5811"/>
                  <a:pt x="5216" y="5918"/>
                  <a:pt x="5263" y="5989"/>
                </a:cubicBezTo>
                <a:cubicBezTo>
                  <a:pt x="5311" y="6085"/>
                  <a:pt x="5371" y="6192"/>
                  <a:pt x="5394" y="6275"/>
                </a:cubicBezTo>
                <a:lnTo>
                  <a:pt x="5394" y="6287"/>
                </a:lnTo>
                <a:cubicBezTo>
                  <a:pt x="5394" y="6311"/>
                  <a:pt x="5418" y="6323"/>
                  <a:pt x="5418" y="6335"/>
                </a:cubicBezTo>
                <a:lnTo>
                  <a:pt x="5430" y="6370"/>
                </a:lnTo>
                <a:cubicBezTo>
                  <a:pt x="5430" y="6382"/>
                  <a:pt x="5442" y="6394"/>
                  <a:pt x="5442" y="6406"/>
                </a:cubicBezTo>
                <a:cubicBezTo>
                  <a:pt x="5442" y="6430"/>
                  <a:pt x="5442" y="6430"/>
                  <a:pt x="5454" y="6442"/>
                </a:cubicBezTo>
                <a:cubicBezTo>
                  <a:pt x="5454" y="6454"/>
                  <a:pt x="5478" y="6466"/>
                  <a:pt x="5478" y="6490"/>
                </a:cubicBezTo>
                <a:lnTo>
                  <a:pt x="5490" y="6513"/>
                </a:lnTo>
                <a:cubicBezTo>
                  <a:pt x="5490" y="6525"/>
                  <a:pt x="5502" y="6549"/>
                  <a:pt x="5502" y="6561"/>
                </a:cubicBezTo>
                <a:lnTo>
                  <a:pt x="5502" y="6585"/>
                </a:lnTo>
                <a:cubicBezTo>
                  <a:pt x="5502" y="6609"/>
                  <a:pt x="5513" y="6621"/>
                  <a:pt x="5513" y="6632"/>
                </a:cubicBezTo>
                <a:lnTo>
                  <a:pt x="5513" y="6668"/>
                </a:lnTo>
                <a:cubicBezTo>
                  <a:pt x="5513" y="6680"/>
                  <a:pt x="5513" y="6692"/>
                  <a:pt x="5537" y="6704"/>
                </a:cubicBezTo>
                <a:lnTo>
                  <a:pt x="5537" y="6740"/>
                </a:lnTo>
                <a:cubicBezTo>
                  <a:pt x="5537" y="6751"/>
                  <a:pt x="5549" y="6787"/>
                  <a:pt x="5549" y="6799"/>
                </a:cubicBezTo>
                <a:cubicBezTo>
                  <a:pt x="5549" y="6811"/>
                  <a:pt x="5561" y="6847"/>
                  <a:pt x="5561" y="6859"/>
                </a:cubicBezTo>
                <a:lnTo>
                  <a:pt x="5561" y="6882"/>
                </a:lnTo>
                <a:lnTo>
                  <a:pt x="5561" y="6930"/>
                </a:lnTo>
                <a:lnTo>
                  <a:pt x="5561" y="6942"/>
                </a:lnTo>
                <a:lnTo>
                  <a:pt x="5561" y="6966"/>
                </a:lnTo>
                <a:lnTo>
                  <a:pt x="5561" y="7002"/>
                </a:lnTo>
                <a:lnTo>
                  <a:pt x="5561" y="7037"/>
                </a:lnTo>
                <a:lnTo>
                  <a:pt x="5561" y="7085"/>
                </a:lnTo>
                <a:lnTo>
                  <a:pt x="5561" y="7109"/>
                </a:lnTo>
                <a:lnTo>
                  <a:pt x="5561" y="7156"/>
                </a:lnTo>
                <a:lnTo>
                  <a:pt x="5561" y="7180"/>
                </a:lnTo>
                <a:lnTo>
                  <a:pt x="5561" y="7216"/>
                </a:lnTo>
                <a:lnTo>
                  <a:pt x="5561" y="7240"/>
                </a:lnTo>
                <a:lnTo>
                  <a:pt x="5561" y="7287"/>
                </a:lnTo>
                <a:lnTo>
                  <a:pt x="5561" y="7299"/>
                </a:lnTo>
                <a:lnTo>
                  <a:pt x="5561" y="7335"/>
                </a:lnTo>
                <a:lnTo>
                  <a:pt x="5561" y="7359"/>
                </a:lnTo>
                <a:lnTo>
                  <a:pt x="5561" y="7383"/>
                </a:lnTo>
                <a:lnTo>
                  <a:pt x="5561" y="7394"/>
                </a:lnTo>
                <a:lnTo>
                  <a:pt x="5561" y="7454"/>
                </a:lnTo>
                <a:lnTo>
                  <a:pt x="5561" y="7466"/>
                </a:lnTo>
                <a:cubicBezTo>
                  <a:pt x="5537" y="8133"/>
                  <a:pt x="5252" y="8728"/>
                  <a:pt x="4823" y="9180"/>
                </a:cubicBezTo>
                <a:cubicBezTo>
                  <a:pt x="4644" y="8835"/>
                  <a:pt x="4323" y="8704"/>
                  <a:pt x="4287" y="8692"/>
                </a:cubicBezTo>
                <a:lnTo>
                  <a:pt x="3513" y="8371"/>
                </a:lnTo>
                <a:lnTo>
                  <a:pt x="3513" y="8228"/>
                </a:lnTo>
                <a:cubicBezTo>
                  <a:pt x="3751" y="8109"/>
                  <a:pt x="3942" y="7894"/>
                  <a:pt x="4049" y="7633"/>
                </a:cubicBezTo>
                <a:lnTo>
                  <a:pt x="4085" y="7633"/>
                </a:lnTo>
                <a:cubicBezTo>
                  <a:pt x="4359" y="7633"/>
                  <a:pt x="4585" y="7406"/>
                  <a:pt x="4585" y="7109"/>
                </a:cubicBezTo>
                <a:cubicBezTo>
                  <a:pt x="4585" y="6906"/>
                  <a:pt x="4466" y="6704"/>
                  <a:pt x="4287" y="6632"/>
                </a:cubicBezTo>
                <a:lnTo>
                  <a:pt x="4287" y="6454"/>
                </a:lnTo>
                <a:cubicBezTo>
                  <a:pt x="4287" y="5680"/>
                  <a:pt x="3704" y="5061"/>
                  <a:pt x="2989" y="5061"/>
                </a:cubicBezTo>
                <a:lnTo>
                  <a:pt x="2894" y="5061"/>
                </a:lnTo>
                <a:cubicBezTo>
                  <a:pt x="2180" y="5061"/>
                  <a:pt x="1608" y="5680"/>
                  <a:pt x="1608" y="6454"/>
                </a:cubicBezTo>
                <a:lnTo>
                  <a:pt x="1608" y="6632"/>
                </a:lnTo>
                <a:cubicBezTo>
                  <a:pt x="1430" y="6704"/>
                  <a:pt x="1311" y="6906"/>
                  <a:pt x="1311" y="7109"/>
                </a:cubicBezTo>
                <a:cubicBezTo>
                  <a:pt x="1311" y="7394"/>
                  <a:pt x="1525" y="7633"/>
                  <a:pt x="1799" y="7633"/>
                </a:cubicBezTo>
                <a:cubicBezTo>
                  <a:pt x="1811" y="7633"/>
                  <a:pt x="1823" y="7633"/>
                  <a:pt x="1846" y="7621"/>
                </a:cubicBezTo>
                <a:cubicBezTo>
                  <a:pt x="1942" y="7883"/>
                  <a:pt x="2156" y="8109"/>
                  <a:pt x="2406" y="8228"/>
                </a:cubicBezTo>
                <a:lnTo>
                  <a:pt x="2406" y="8371"/>
                </a:lnTo>
                <a:lnTo>
                  <a:pt x="1620" y="8692"/>
                </a:lnTo>
                <a:cubicBezTo>
                  <a:pt x="1572" y="8704"/>
                  <a:pt x="1251" y="8835"/>
                  <a:pt x="1084" y="9180"/>
                </a:cubicBezTo>
                <a:cubicBezTo>
                  <a:pt x="596" y="8668"/>
                  <a:pt x="299" y="7978"/>
                  <a:pt x="334" y="7216"/>
                </a:cubicBezTo>
                <a:lnTo>
                  <a:pt x="334" y="7204"/>
                </a:lnTo>
                <a:lnTo>
                  <a:pt x="334" y="7156"/>
                </a:lnTo>
                <a:lnTo>
                  <a:pt x="334" y="7144"/>
                </a:lnTo>
                <a:lnTo>
                  <a:pt x="334" y="7121"/>
                </a:lnTo>
                <a:lnTo>
                  <a:pt x="334" y="7097"/>
                </a:lnTo>
                <a:lnTo>
                  <a:pt x="334" y="7085"/>
                </a:lnTo>
                <a:lnTo>
                  <a:pt x="334" y="7061"/>
                </a:lnTo>
                <a:lnTo>
                  <a:pt x="334" y="7025"/>
                </a:lnTo>
                <a:lnTo>
                  <a:pt x="334" y="7002"/>
                </a:lnTo>
                <a:lnTo>
                  <a:pt x="334" y="6990"/>
                </a:lnTo>
                <a:lnTo>
                  <a:pt x="334" y="6942"/>
                </a:lnTo>
                <a:lnTo>
                  <a:pt x="334" y="6918"/>
                </a:lnTo>
                <a:lnTo>
                  <a:pt x="334" y="6871"/>
                </a:lnTo>
                <a:lnTo>
                  <a:pt x="334" y="6847"/>
                </a:lnTo>
                <a:cubicBezTo>
                  <a:pt x="334" y="6823"/>
                  <a:pt x="334" y="6811"/>
                  <a:pt x="358" y="6799"/>
                </a:cubicBezTo>
                <a:lnTo>
                  <a:pt x="358" y="6763"/>
                </a:lnTo>
                <a:cubicBezTo>
                  <a:pt x="358" y="6751"/>
                  <a:pt x="358" y="6740"/>
                  <a:pt x="370" y="6740"/>
                </a:cubicBezTo>
                <a:lnTo>
                  <a:pt x="370" y="6728"/>
                </a:lnTo>
                <a:lnTo>
                  <a:pt x="370" y="6704"/>
                </a:lnTo>
                <a:cubicBezTo>
                  <a:pt x="370" y="6692"/>
                  <a:pt x="370" y="6680"/>
                  <a:pt x="382" y="6668"/>
                </a:cubicBezTo>
                <a:lnTo>
                  <a:pt x="382" y="6644"/>
                </a:lnTo>
                <a:lnTo>
                  <a:pt x="382" y="6632"/>
                </a:lnTo>
                <a:cubicBezTo>
                  <a:pt x="382" y="6621"/>
                  <a:pt x="394" y="6585"/>
                  <a:pt x="394" y="6573"/>
                </a:cubicBezTo>
                <a:cubicBezTo>
                  <a:pt x="394" y="6561"/>
                  <a:pt x="406" y="6525"/>
                  <a:pt x="406" y="6513"/>
                </a:cubicBezTo>
                <a:lnTo>
                  <a:pt x="406" y="6501"/>
                </a:lnTo>
                <a:cubicBezTo>
                  <a:pt x="406" y="6490"/>
                  <a:pt x="429" y="6466"/>
                  <a:pt x="429" y="6454"/>
                </a:cubicBezTo>
                <a:cubicBezTo>
                  <a:pt x="429" y="6442"/>
                  <a:pt x="429" y="6442"/>
                  <a:pt x="441" y="6430"/>
                </a:cubicBezTo>
                <a:cubicBezTo>
                  <a:pt x="441" y="6406"/>
                  <a:pt x="453" y="6394"/>
                  <a:pt x="453" y="6382"/>
                </a:cubicBezTo>
                <a:cubicBezTo>
                  <a:pt x="453" y="6370"/>
                  <a:pt x="453" y="6370"/>
                  <a:pt x="465" y="6347"/>
                </a:cubicBezTo>
                <a:cubicBezTo>
                  <a:pt x="465" y="6335"/>
                  <a:pt x="489" y="6323"/>
                  <a:pt x="489" y="6311"/>
                </a:cubicBezTo>
                <a:cubicBezTo>
                  <a:pt x="489" y="6311"/>
                  <a:pt x="489" y="6287"/>
                  <a:pt x="501" y="6275"/>
                </a:cubicBezTo>
                <a:cubicBezTo>
                  <a:pt x="501" y="6263"/>
                  <a:pt x="513" y="6251"/>
                  <a:pt x="513" y="6228"/>
                </a:cubicBezTo>
                <a:cubicBezTo>
                  <a:pt x="513" y="6216"/>
                  <a:pt x="513" y="6216"/>
                  <a:pt x="525" y="6204"/>
                </a:cubicBezTo>
                <a:cubicBezTo>
                  <a:pt x="525" y="6192"/>
                  <a:pt x="549" y="6168"/>
                  <a:pt x="549" y="6156"/>
                </a:cubicBezTo>
                <a:lnTo>
                  <a:pt x="560" y="6144"/>
                </a:lnTo>
                <a:cubicBezTo>
                  <a:pt x="560" y="6132"/>
                  <a:pt x="572" y="6109"/>
                  <a:pt x="572" y="6097"/>
                </a:cubicBezTo>
                <a:lnTo>
                  <a:pt x="572" y="6085"/>
                </a:lnTo>
                <a:cubicBezTo>
                  <a:pt x="691" y="5859"/>
                  <a:pt x="858" y="5656"/>
                  <a:pt x="1037" y="5454"/>
                </a:cubicBezTo>
                <a:lnTo>
                  <a:pt x="1049" y="5442"/>
                </a:lnTo>
                <a:lnTo>
                  <a:pt x="1061" y="5430"/>
                </a:lnTo>
                <a:lnTo>
                  <a:pt x="1084" y="5418"/>
                </a:lnTo>
                <a:lnTo>
                  <a:pt x="1096" y="5394"/>
                </a:lnTo>
                <a:lnTo>
                  <a:pt x="1108" y="5382"/>
                </a:lnTo>
                <a:lnTo>
                  <a:pt x="1120" y="5370"/>
                </a:lnTo>
                <a:lnTo>
                  <a:pt x="1144" y="5358"/>
                </a:lnTo>
                <a:cubicBezTo>
                  <a:pt x="1156" y="5358"/>
                  <a:pt x="1156" y="5335"/>
                  <a:pt x="1168" y="5335"/>
                </a:cubicBezTo>
                <a:lnTo>
                  <a:pt x="1180" y="5323"/>
                </a:lnTo>
                <a:cubicBezTo>
                  <a:pt x="1203" y="5323"/>
                  <a:pt x="1203" y="5311"/>
                  <a:pt x="1215" y="5311"/>
                </a:cubicBezTo>
                <a:cubicBezTo>
                  <a:pt x="1227" y="5311"/>
                  <a:pt x="1227" y="5299"/>
                  <a:pt x="1239" y="5299"/>
                </a:cubicBezTo>
                <a:cubicBezTo>
                  <a:pt x="1263" y="5299"/>
                  <a:pt x="1263" y="5275"/>
                  <a:pt x="1275" y="5275"/>
                </a:cubicBezTo>
                <a:cubicBezTo>
                  <a:pt x="1287" y="5275"/>
                  <a:pt x="1287" y="5263"/>
                  <a:pt x="1299" y="5263"/>
                </a:cubicBezTo>
                <a:cubicBezTo>
                  <a:pt x="1322" y="5263"/>
                  <a:pt x="1322" y="5251"/>
                  <a:pt x="1334" y="5251"/>
                </a:cubicBezTo>
                <a:cubicBezTo>
                  <a:pt x="1346" y="5251"/>
                  <a:pt x="1346" y="5239"/>
                  <a:pt x="1358" y="5239"/>
                </a:cubicBezTo>
                <a:cubicBezTo>
                  <a:pt x="1382" y="5239"/>
                  <a:pt x="1382" y="5216"/>
                  <a:pt x="1394" y="5216"/>
                </a:cubicBezTo>
                <a:cubicBezTo>
                  <a:pt x="1406" y="5216"/>
                  <a:pt x="1406" y="5204"/>
                  <a:pt x="1418" y="5204"/>
                </a:cubicBezTo>
                <a:cubicBezTo>
                  <a:pt x="1442" y="5204"/>
                  <a:pt x="1442" y="5192"/>
                  <a:pt x="1453" y="5192"/>
                </a:cubicBezTo>
                <a:cubicBezTo>
                  <a:pt x="1465" y="5192"/>
                  <a:pt x="1465" y="5180"/>
                  <a:pt x="1477" y="5180"/>
                </a:cubicBezTo>
                <a:cubicBezTo>
                  <a:pt x="1501" y="5180"/>
                  <a:pt x="1501" y="5156"/>
                  <a:pt x="1513" y="5156"/>
                </a:cubicBezTo>
                <a:cubicBezTo>
                  <a:pt x="1525" y="5156"/>
                  <a:pt x="1525" y="5144"/>
                  <a:pt x="1537" y="5144"/>
                </a:cubicBezTo>
                <a:cubicBezTo>
                  <a:pt x="1561" y="5144"/>
                  <a:pt x="1561" y="5132"/>
                  <a:pt x="1572" y="5132"/>
                </a:cubicBezTo>
                <a:cubicBezTo>
                  <a:pt x="1584" y="5132"/>
                  <a:pt x="1584" y="5120"/>
                  <a:pt x="1596" y="5120"/>
                </a:cubicBezTo>
                <a:cubicBezTo>
                  <a:pt x="1620" y="5120"/>
                  <a:pt x="1620" y="5097"/>
                  <a:pt x="1632" y="5097"/>
                </a:cubicBezTo>
                <a:cubicBezTo>
                  <a:pt x="1644" y="5097"/>
                  <a:pt x="1644" y="5085"/>
                  <a:pt x="1656" y="5085"/>
                </a:cubicBezTo>
                <a:cubicBezTo>
                  <a:pt x="1680" y="5085"/>
                  <a:pt x="1680" y="5073"/>
                  <a:pt x="1692" y="5073"/>
                </a:cubicBezTo>
                <a:lnTo>
                  <a:pt x="1703" y="5073"/>
                </a:lnTo>
                <a:cubicBezTo>
                  <a:pt x="1715" y="5073"/>
                  <a:pt x="1715" y="5061"/>
                  <a:pt x="1739" y="5061"/>
                </a:cubicBezTo>
                <a:cubicBezTo>
                  <a:pt x="1739" y="5061"/>
                  <a:pt x="1751" y="5061"/>
                  <a:pt x="1751" y="5037"/>
                </a:cubicBezTo>
                <a:lnTo>
                  <a:pt x="1763" y="5025"/>
                </a:lnTo>
                <a:cubicBezTo>
                  <a:pt x="1763" y="5025"/>
                  <a:pt x="1775" y="5025"/>
                  <a:pt x="1775" y="5013"/>
                </a:cubicBezTo>
                <a:cubicBezTo>
                  <a:pt x="1799" y="5013"/>
                  <a:pt x="1799" y="5013"/>
                  <a:pt x="1811" y="5001"/>
                </a:cubicBezTo>
                <a:lnTo>
                  <a:pt x="1823" y="5001"/>
                </a:lnTo>
                <a:cubicBezTo>
                  <a:pt x="1823" y="5001"/>
                  <a:pt x="1834" y="5001"/>
                  <a:pt x="1834" y="4977"/>
                </a:cubicBezTo>
                <a:cubicBezTo>
                  <a:pt x="1858" y="4977"/>
                  <a:pt x="1858" y="4966"/>
                  <a:pt x="1870" y="4966"/>
                </a:cubicBezTo>
                <a:cubicBezTo>
                  <a:pt x="1882" y="4966"/>
                  <a:pt x="1894" y="4954"/>
                  <a:pt x="1918" y="4954"/>
                </a:cubicBezTo>
                <a:cubicBezTo>
                  <a:pt x="1930" y="4954"/>
                  <a:pt x="1942" y="4942"/>
                  <a:pt x="1953" y="4942"/>
                </a:cubicBezTo>
                <a:lnTo>
                  <a:pt x="1977" y="4942"/>
                </a:lnTo>
                <a:lnTo>
                  <a:pt x="1989" y="4918"/>
                </a:lnTo>
                <a:cubicBezTo>
                  <a:pt x="2001" y="4918"/>
                  <a:pt x="2001" y="4918"/>
                  <a:pt x="2013" y="4906"/>
                </a:cubicBezTo>
                <a:cubicBezTo>
                  <a:pt x="2013" y="4906"/>
                  <a:pt x="2037" y="4906"/>
                  <a:pt x="2037" y="4894"/>
                </a:cubicBezTo>
                <a:lnTo>
                  <a:pt x="2049" y="4894"/>
                </a:lnTo>
                <a:cubicBezTo>
                  <a:pt x="2061" y="4894"/>
                  <a:pt x="2061" y="4894"/>
                  <a:pt x="2073" y="4882"/>
                </a:cubicBezTo>
                <a:lnTo>
                  <a:pt x="2108" y="4882"/>
                </a:lnTo>
                <a:cubicBezTo>
                  <a:pt x="2120" y="4882"/>
                  <a:pt x="2120" y="4882"/>
                  <a:pt x="2132" y="4858"/>
                </a:cubicBezTo>
                <a:lnTo>
                  <a:pt x="2168" y="4846"/>
                </a:lnTo>
                <a:cubicBezTo>
                  <a:pt x="2180" y="4858"/>
                  <a:pt x="2215" y="4858"/>
                  <a:pt x="2227" y="4858"/>
                </a:cubicBezTo>
                <a:cubicBezTo>
                  <a:pt x="2275" y="4858"/>
                  <a:pt x="2311" y="4835"/>
                  <a:pt x="2346" y="4799"/>
                </a:cubicBezTo>
                <a:lnTo>
                  <a:pt x="3442" y="4799"/>
                </a:lnTo>
                <a:cubicBezTo>
                  <a:pt x="3466" y="4799"/>
                  <a:pt x="3477" y="4799"/>
                  <a:pt x="3477" y="4823"/>
                </a:cubicBezTo>
                <a:cubicBezTo>
                  <a:pt x="3489" y="4823"/>
                  <a:pt x="3489" y="4823"/>
                  <a:pt x="3501" y="4835"/>
                </a:cubicBezTo>
                <a:cubicBezTo>
                  <a:pt x="3525" y="4835"/>
                  <a:pt x="3537" y="4835"/>
                  <a:pt x="3537" y="4846"/>
                </a:cubicBezTo>
                <a:cubicBezTo>
                  <a:pt x="3549" y="4846"/>
                  <a:pt x="3549" y="4846"/>
                  <a:pt x="3561" y="4858"/>
                </a:cubicBezTo>
                <a:cubicBezTo>
                  <a:pt x="3585" y="4858"/>
                  <a:pt x="3597" y="4858"/>
                  <a:pt x="3597" y="4882"/>
                </a:cubicBezTo>
                <a:cubicBezTo>
                  <a:pt x="3608" y="4882"/>
                  <a:pt x="3608" y="4882"/>
                  <a:pt x="3620" y="4894"/>
                </a:cubicBezTo>
                <a:cubicBezTo>
                  <a:pt x="3644" y="4894"/>
                  <a:pt x="3644" y="4894"/>
                  <a:pt x="3656" y="4906"/>
                </a:cubicBezTo>
                <a:cubicBezTo>
                  <a:pt x="3668" y="4906"/>
                  <a:pt x="3668" y="4906"/>
                  <a:pt x="3680" y="4918"/>
                </a:cubicBezTo>
                <a:cubicBezTo>
                  <a:pt x="3704" y="4918"/>
                  <a:pt x="3704" y="4942"/>
                  <a:pt x="3716" y="4942"/>
                </a:cubicBezTo>
                <a:cubicBezTo>
                  <a:pt x="3728" y="4942"/>
                  <a:pt x="3728" y="4942"/>
                  <a:pt x="3739" y="4954"/>
                </a:cubicBezTo>
                <a:cubicBezTo>
                  <a:pt x="3763" y="4954"/>
                  <a:pt x="3763" y="4966"/>
                  <a:pt x="3775" y="4966"/>
                </a:cubicBezTo>
                <a:lnTo>
                  <a:pt x="3787" y="4966"/>
                </a:lnTo>
                <a:cubicBezTo>
                  <a:pt x="3787" y="4966"/>
                  <a:pt x="3799" y="4966"/>
                  <a:pt x="3799" y="4977"/>
                </a:cubicBezTo>
                <a:cubicBezTo>
                  <a:pt x="3823" y="4977"/>
                  <a:pt x="3823" y="4977"/>
                  <a:pt x="3835" y="5001"/>
                </a:cubicBezTo>
                <a:lnTo>
                  <a:pt x="3847" y="5013"/>
                </a:lnTo>
                <a:cubicBezTo>
                  <a:pt x="3847" y="5013"/>
                  <a:pt x="3858" y="5013"/>
                  <a:pt x="3858" y="5025"/>
                </a:cubicBezTo>
                <a:cubicBezTo>
                  <a:pt x="3882" y="5025"/>
                  <a:pt x="3882" y="5037"/>
                  <a:pt x="3894" y="5037"/>
                </a:cubicBezTo>
                <a:lnTo>
                  <a:pt x="3906" y="5037"/>
                </a:lnTo>
                <a:cubicBezTo>
                  <a:pt x="3906" y="5037"/>
                  <a:pt x="3918" y="5037"/>
                  <a:pt x="3918" y="5061"/>
                </a:cubicBezTo>
                <a:cubicBezTo>
                  <a:pt x="3942" y="5061"/>
                  <a:pt x="3942" y="5073"/>
                  <a:pt x="3954" y="5073"/>
                </a:cubicBezTo>
                <a:lnTo>
                  <a:pt x="3966" y="5085"/>
                </a:lnTo>
                <a:cubicBezTo>
                  <a:pt x="3966" y="5085"/>
                  <a:pt x="3978" y="5085"/>
                  <a:pt x="3978" y="5097"/>
                </a:cubicBezTo>
                <a:cubicBezTo>
                  <a:pt x="4001" y="5097"/>
                  <a:pt x="4001" y="5120"/>
                  <a:pt x="4013" y="5120"/>
                </a:cubicBezTo>
                <a:lnTo>
                  <a:pt x="4025" y="5132"/>
                </a:lnTo>
                <a:cubicBezTo>
                  <a:pt x="4025" y="5132"/>
                  <a:pt x="4037" y="5132"/>
                  <a:pt x="4037" y="5144"/>
                </a:cubicBezTo>
                <a:cubicBezTo>
                  <a:pt x="4061" y="5144"/>
                  <a:pt x="4073" y="5156"/>
                  <a:pt x="4085" y="5156"/>
                </a:cubicBezTo>
                <a:cubicBezTo>
                  <a:pt x="4097" y="5156"/>
                  <a:pt x="4120" y="5180"/>
                  <a:pt x="4132" y="5180"/>
                </a:cubicBezTo>
                <a:cubicBezTo>
                  <a:pt x="4144" y="5180"/>
                  <a:pt x="4144" y="5192"/>
                  <a:pt x="4156" y="5192"/>
                </a:cubicBezTo>
                <a:lnTo>
                  <a:pt x="4180" y="5204"/>
                </a:lnTo>
                <a:lnTo>
                  <a:pt x="4192" y="5216"/>
                </a:lnTo>
                <a:lnTo>
                  <a:pt x="4204" y="5239"/>
                </a:lnTo>
                <a:lnTo>
                  <a:pt x="4216" y="5251"/>
                </a:lnTo>
                <a:lnTo>
                  <a:pt x="4239" y="5263"/>
                </a:lnTo>
                <a:lnTo>
                  <a:pt x="4251" y="5275"/>
                </a:lnTo>
                <a:cubicBezTo>
                  <a:pt x="4263" y="5275"/>
                  <a:pt x="4263" y="5299"/>
                  <a:pt x="4275" y="5299"/>
                </a:cubicBezTo>
                <a:cubicBezTo>
                  <a:pt x="4299" y="5299"/>
                  <a:pt x="4299" y="5311"/>
                  <a:pt x="4311" y="5311"/>
                </a:cubicBezTo>
                <a:cubicBezTo>
                  <a:pt x="4323" y="5311"/>
                  <a:pt x="4323" y="5323"/>
                  <a:pt x="4335" y="5323"/>
                </a:cubicBezTo>
                <a:lnTo>
                  <a:pt x="4359" y="5323"/>
                </a:lnTo>
                <a:lnTo>
                  <a:pt x="4370" y="5335"/>
                </a:lnTo>
                <a:cubicBezTo>
                  <a:pt x="4382" y="5335"/>
                  <a:pt x="4382" y="5358"/>
                  <a:pt x="4394" y="5358"/>
                </a:cubicBezTo>
                <a:cubicBezTo>
                  <a:pt x="4418" y="5358"/>
                  <a:pt x="4418" y="5370"/>
                  <a:pt x="4430" y="5370"/>
                </a:cubicBezTo>
                <a:cubicBezTo>
                  <a:pt x="4442" y="5370"/>
                  <a:pt x="4442" y="5382"/>
                  <a:pt x="4454" y="5382"/>
                </a:cubicBezTo>
                <a:cubicBezTo>
                  <a:pt x="4478" y="5382"/>
                  <a:pt x="4478" y="5394"/>
                  <a:pt x="4490" y="5394"/>
                </a:cubicBezTo>
                <a:cubicBezTo>
                  <a:pt x="4501" y="5394"/>
                  <a:pt x="4501" y="5418"/>
                  <a:pt x="4513" y="5418"/>
                </a:cubicBezTo>
                <a:cubicBezTo>
                  <a:pt x="4537" y="5418"/>
                  <a:pt x="4537" y="5430"/>
                  <a:pt x="4549" y="5430"/>
                </a:cubicBezTo>
                <a:cubicBezTo>
                  <a:pt x="4561" y="5430"/>
                  <a:pt x="4561" y="5442"/>
                  <a:pt x="4573" y="5442"/>
                </a:cubicBezTo>
                <a:cubicBezTo>
                  <a:pt x="4597" y="5442"/>
                  <a:pt x="4597" y="5454"/>
                  <a:pt x="4609" y="5454"/>
                </a:cubicBezTo>
                <a:cubicBezTo>
                  <a:pt x="4620" y="5454"/>
                  <a:pt x="4620" y="5478"/>
                  <a:pt x="4632" y="5478"/>
                </a:cubicBezTo>
                <a:cubicBezTo>
                  <a:pt x="4656" y="5478"/>
                  <a:pt x="4656" y="5489"/>
                  <a:pt x="4668" y="5489"/>
                </a:cubicBezTo>
                <a:lnTo>
                  <a:pt x="4680" y="5501"/>
                </a:lnTo>
                <a:cubicBezTo>
                  <a:pt x="4692" y="5501"/>
                  <a:pt x="4692" y="5513"/>
                  <a:pt x="4716" y="5513"/>
                </a:cubicBezTo>
                <a:lnTo>
                  <a:pt x="4728" y="5537"/>
                </a:lnTo>
                <a:lnTo>
                  <a:pt x="4751" y="5561"/>
                </a:lnTo>
                <a:lnTo>
                  <a:pt x="4787" y="5597"/>
                </a:lnTo>
                <a:lnTo>
                  <a:pt x="4799" y="5608"/>
                </a:lnTo>
                <a:cubicBezTo>
                  <a:pt x="4832" y="5641"/>
                  <a:pt x="4879" y="5660"/>
                  <a:pt x="4925" y="5660"/>
                </a:cubicBezTo>
                <a:cubicBezTo>
                  <a:pt x="4962" y="5660"/>
                  <a:pt x="4998" y="5647"/>
                  <a:pt x="5025" y="5620"/>
                </a:cubicBezTo>
                <a:cubicBezTo>
                  <a:pt x="5085" y="5561"/>
                  <a:pt x="5097" y="5454"/>
                  <a:pt x="5037" y="5394"/>
                </a:cubicBezTo>
                <a:lnTo>
                  <a:pt x="5025" y="5382"/>
                </a:lnTo>
                <a:lnTo>
                  <a:pt x="4990" y="5358"/>
                </a:lnTo>
                <a:lnTo>
                  <a:pt x="4966" y="5323"/>
                </a:lnTo>
                <a:lnTo>
                  <a:pt x="4954" y="5311"/>
                </a:lnTo>
                <a:lnTo>
                  <a:pt x="4918" y="5275"/>
                </a:lnTo>
                <a:lnTo>
                  <a:pt x="4894" y="5251"/>
                </a:lnTo>
                <a:lnTo>
                  <a:pt x="4859" y="5216"/>
                </a:lnTo>
                <a:lnTo>
                  <a:pt x="4835" y="5192"/>
                </a:lnTo>
                <a:lnTo>
                  <a:pt x="4799" y="5156"/>
                </a:lnTo>
                <a:lnTo>
                  <a:pt x="4775" y="5132"/>
                </a:lnTo>
                <a:lnTo>
                  <a:pt x="4740" y="5097"/>
                </a:lnTo>
                <a:lnTo>
                  <a:pt x="4716" y="5073"/>
                </a:lnTo>
                <a:lnTo>
                  <a:pt x="4680" y="5037"/>
                </a:lnTo>
                <a:lnTo>
                  <a:pt x="4656" y="5013"/>
                </a:lnTo>
                <a:cubicBezTo>
                  <a:pt x="4632" y="5013"/>
                  <a:pt x="4632" y="5001"/>
                  <a:pt x="4620" y="5001"/>
                </a:cubicBezTo>
                <a:cubicBezTo>
                  <a:pt x="4609" y="5001"/>
                  <a:pt x="4609" y="4977"/>
                  <a:pt x="4597" y="4977"/>
                </a:cubicBezTo>
                <a:cubicBezTo>
                  <a:pt x="4573" y="4977"/>
                  <a:pt x="4573" y="4966"/>
                  <a:pt x="4561" y="4966"/>
                </a:cubicBezTo>
                <a:lnTo>
                  <a:pt x="4549" y="4966"/>
                </a:lnTo>
                <a:cubicBezTo>
                  <a:pt x="4537" y="4966"/>
                  <a:pt x="4537" y="4954"/>
                  <a:pt x="4513" y="4954"/>
                </a:cubicBezTo>
                <a:cubicBezTo>
                  <a:pt x="4501" y="4954"/>
                  <a:pt x="4501" y="4942"/>
                  <a:pt x="4490" y="4942"/>
                </a:cubicBezTo>
                <a:cubicBezTo>
                  <a:pt x="4478" y="4942"/>
                  <a:pt x="4478" y="4918"/>
                  <a:pt x="4454" y="4918"/>
                </a:cubicBezTo>
                <a:cubicBezTo>
                  <a:pt x="4442" y="4918"/>
                  <a:pt x="4442" y="4906"/>
                  <a:pt x="4430" y="4906"/>
                </a:cubicBezTo>
                <a:lnTo>
                  <a:pt x="4418" y="4894"/>
                </a:lnTo>
                <a:cubicBezTo>
                  <a:pt x="4394" y="4894"/>
                  <a:pt x="4394" y="4882"/>
                  <a:pt x="4382" y="4882"/>
                </a:cubicBezTo>
                <a:cubicBezTo>
                  <a:pt x="4370" y="4882"/>
                  <a:pt x="4370" y="4858"/>
                  <a:pt x="4359" y="4858"/>
                </a:cubicBezTo>
                <a:lnTo>
                  <a:pt x="4335" y="4846"/>
                </a:lnTo>
                <a:cubicBezTo>
                  <a:pt x="4323" y="4846"/>
                  <a:pt x="4323" y="4835"/>
                  <a:pt x="4311" y="4835"/>
                </a:cubicBezTo>
                <a:cubicBezTo>
                  <a:pt x="4299" y="4835"/>
                  <a:pt x="4299" y="4823"/>
                  <a:pt x="4275" y="4823"/>
                </a:cubicBezTo>
                <a:cubicBezTo>
                  <a:pt x="4263" y="4799"/>
                  <a:pt x="4251" y="4799"/>
                  <a:pt x="4239" y="4787"/>
                </a:cubicBezTo>
                <a:cubicBezTo>
                  <a:pt x="4216" y="4775"/>
                  <a:pt x="4204" y="4775"/>
                  <a:pt x="4192" y="4763"/>
                </a:cubicBezTo>
                <a:cubicBezTo>
                  <a:pt x="4192" y="4763"/>
                  <a:pt x="4180" y="4763"/>
                  <a:pt x="4180" y="4739"/>
                </a:cubicBezTo>
                <a:lnTo>
                  <a:pt x="4156" y="4727"/>
                </a:lnTo>
                <a:cubicBezTo>
                  <a:pt x="4144" y="4727"/>
                  <a:pt x="4144" y="4716"/>
                  <a:pt x="4132" y="4716"/>
                </a:cubicBezTo>
                <a:cubicBezTo>
                  <a:pt x="4132" y="4716"/>
                  <a:pt x="4120" y="4716"/>
                  <a:pt x="4120" y="4704"/>
                </a:cubicBezTo>
                <a:lnTo>
                  <a:pt x="4097" y="4680"/>
                </a:lnTo>
                <a:cubicBezTo>
                  <a:pt x="4085" y="4680"/>
                  <a:pt x="4085" y="4668"/>
                  <a:pt x="4073" y="4668"/>
                </a:cubicBezTo>
                <a:cubicBezTo>
                  <a:pt x="4061" y="4668"/>
                  <a:pt x="4061" y="4668"/>
                  <a:pt x="4037" y="4656"/>
                </a:cubicBezTo>
                <a:lnTo>
                  <a:pt x="4025" y="4656"/>
                </a:lnTo>
                <a:cubicBezTo>
                  <a:pt x="4013" y="4656"/>
                  <a:pt x="4013" y="4644"/>
                  <a:pt x="4001" y="4644"/>
                </a:cubicBezTo>
                <a:cubicBezTo>
                  <a:pt x="3978" y="4644"/>
                  <a:pt x="3978" y="4644"/>
                  <a:pt x="3966" y="4620"/>
                </a:cubicBezTo>
                <a:lnTo>
                  <a:pt x="3954" y="4608"/>
                </a:lnTo>
                <a:cubicBezTo>
                  <a:pt x="3942" y="4608"/>
                  <a:pt x="3942" y="4608"/>
                  <a:pt x="3918" y="4596"/>
                </a:cubicBezTo>
                <a:cubicBezTo>
                  <a:pt x="3906" y="4596"/>
                  <a:pt x="3906" y="4596"/>
                  <a:pt x="3894" y="4585"/>
                </a:cubicBezTo>
                <a:lnTo>
                  <a:pt x="3882" y="4585"/>
                </a:lnTo>
                <a:cubicBezTo>
                  <a:pt x="3858" y="4585"/>
                  <a:pt x="3847" y="4561"/>
                  <a:pt x="3847" y="4561"/>
                </a:cubicBezTo>
                <a:cubicBezTo>
                  <a:pt x="3835" y="4561"/>
                  <a:pt x="3823" y="4549"/>
                  <a:pt x="3823" y="4549"/>
                </a:cubicBezTo>
                <a:cubicBezTo>
                  <a:pt x="3799" y="4549"/>
                  <a:pt x="3787" y="4537"/>
                  <a:pt x="3787" y="4537"/>
                </a:cubicBezTo>
                <a:cubicBezTo>
                  <a:pt x="3775" y="4537"/>
                  <a:pt x="3763" y="4537"/>
                  <a:pt x="3763" y="4525"/>
                </a:cubicBezTo>
                <a:cubicBezTo>
                  <a:pt x="3739" y="4525"/>
                  <a:pt x="3728" y="4501"/>
                  <a:pt x="3716" y="4501"/>
                </a:cubicBezTo>
                <a:cubicBezTo>
                  <a:pt x="3704" y="4501"/>
                  <a:pt x="3680" y="4501"/>
                  <a:pt x="3680" y="4489"/>
                </a:cubicBezTo>
                <a:cubicBezTo>
                  <a:pt x="3668" y="4489"/>
                  <a:pt x="3656" y="4489"/>
                  <a:pt x="3644" y="4477"/>
                </a:cubicBezTo>
                <a:cubicBezTo>
                  <a:pt x="3620" y="4477"/>
                  <a:pt x="3608" y="4477"/>
                  <a:pt x="3608" y="4465"/>
                </a:cubicBezTo>
                <a:cubicBezTo>
                  <a:pt x="3597" y="4465"/>
                  <a:pt x="3585" y="4465"/>
                  <a:pt x="3561" y="4442"/>
                </a:cubicBezTo>
                <a:cubicBezTo>
                  <a:pt x="3549" y="4442"/>
                  <a:pt x="3549" y="4442"/>
                  <a:pt x="3537" y="4430"/>
                </a:cubicBezTo>
                <a:cubicBezTo>
                  <a:pt x="3525" y="4430"/>
                  <a:pt x="3501" y="4430"/>
                  <a:pt x="3489" y="4418"/>
                </a:cubicBezTo>
                <a:cubicBezTo>
                  <a:pt x="3477" y="4418"/>
                  <a:pt x="3466" y="4418"/>
                  <a:pt x="3466" y="4406"/>
                </a:cubicBezTo>
                <a:cubicBezTo>
                  <a:pt x="3442" y="4406"/>
                  <a:pt x="3430" y="4406"/>
                  <a:pt x="3418" y="4382"/>
                </a:cubicBezTo>
                <a:lnTo>
                  <a:pt x="2358" y="4382"/>
                </a:lnTo>
                <a:lnTo>
                  <a:pt x="2358" y="1334"/>
                </a:lnTo>
                <a:close/>
                <a:moveTo>
                  <a:pt x="3418" y="8621"/>
                </a:moveTo>
                <a:lnTo>
                  <a:pt x="4144" y="8918"/>
                </a:lnTo>
                <a:lnTo>
                  <a:pt x="4168" y="8918"/>
                </a:lnTo>
                <a:cubicBezTo>
                  <a:pt x="4180" y="8918"/>
                  <a:pt x="4442" y="9014"/>
                  <a:pt x="4561" y="9335"/>
                </a:cubicBezTo>
                <a:cubicBezTo>
                  <a:pt x="4180" y="9609"/>
                  <a:pt x="3751" y="9811"/>
                  <a:pt x="3275" y="9883"/>
                </a:cubicBezTo>
                <a:lnTo>
                  <a:pt x="2811" y="9883"/>
                </a:lnTo>
                <a:cubicBezTo>
                  <a:pt x="2775" y="9883"/>
                  <a:pt x="2751" y="9883"/>
                  <a:pt x="2739" y="9895"/>
                </a:cubicBezTo>
                <a:cubicBezTo>
                  <a:pt x="2180" y="9871"/>
                  <a:pt x="1680" y="9657"/>
                  <a:pt x="1275" y="9335"/>
                </a:cubicBezTo>
                <a:cubicBezTo>
                  <a:pt x="1275" y="9311"/>
                  <a:pt x="1287" y="9311"/>
                  <a:pt x="1287" y="9299"/>
                </a:cubicBezTo>
                <a:cubicBezTo>
                  <a:pt x="1406" y="9002"/>
                  <a:pt x="1668" y="8918"/>
                  <a:pt x="1680" y="8918"/>
                </a:cubicBezTo>
                <a:lnTo>
                  <a:pt x="1692" y="8918"/>
                </a:lnTo>
                <a:lnTo>
                  <a:pt x="2418" y="8633"/>
                </a:lnTo>
                <a:lnTo>
                  <a:pt x="2811" y="9002"/>
                </a:lnTo>
                <a:cubicBezTo>
                  <a:pt x="2835" y="9037"/>
                  <a:pt x="2882" y="9049"/>
                  <a:pt x="2930" y="9049"/>
                </a:cubicBezTo>
                <a:cubicBezTo>
                  <a:pt x="2977" y="9049"/>
                  <a:pt x="3013" y="9037"/>
                  <a:pt x="3049" y="9002"/>
                </a:cubicBezTo>
                <a:lnTo>
                  <a:pt x="3418" y="8621"/>
                </a:lnTo>
                <a:close/>
                <a:moveTo>
                  <a:pt x="3728" y="1"/>
                </a:moveTo>
                <a:cubicBezTo>
                  <a:pt x="3692" y="1"/>
                  <a:pt x="3644" y="13"/>
                  <a:pt x="3608" y="36"/>
                </a:cubicBezTo>
                <a:cubicBezTo>
                  <a:pt x="3585" y="72"/>
                  <a:pt x="3573" y="120"/>
                  <a:pt x="3573" y="155"/>
                </a:cubicBezTo>
                <a:lnTo>
                  <a:pt x="3573" y="1013"/>
                </a:lnTo>
                <a:lnTo>
                  <a:pt x="2275" y="1013"/>
                </a:lnTo>
                <a:cubicBezTo>
                  <a:pt x="2227" y="1013"/>
                  <a:pt x="2180" y="1025"/>
                  <a:pt x="2156" y="1048"/>
                </a:cubicBezTo>
                <a:cubicBezTo>
                  <a:pt x="2120" y="1084"/>
                  <a:pt x="2108" y="1132"/>
                  <a:pt x="2108" y="1167"/>
                </a:cubicBezTo>
                <a:lnTo>
                  <a:pt x="2120" y="4465"/>
                </a:lnTo>
                <a:lnTo>
                  <a:pt x="2084" y="4465"/>
                </a:lnTo>
                <a:cubicBezTo>
                  <a:pt x="2061" y="4465"/>
                  <a:pt x="2061" y="4465"/>
                  <a:pt x="2049" y="4477"/>
                </a:cubicBezTo>
                <a:lnTo>
                  <a:pt x="2001" y="4477"/>
                </a:lnTo>
                <a:cubicBezTo>
                  <a:pt x="1989" y="4477"/>
                  <a:pt x="1989" y="4477"/>
                  <a:pt x="1977" y="4489"/>
                </a:cubicBezTo>
                <a:lnTo>
                  <a:pt x="1965" y="4489"/>
                </a:lnTo>
                <a:cubicBezTo>
                  <a:pt x="1942" y="4489"/>
                  <a:pt x="1942" y="4489"/>
                  <a:pt x="1930" y="4513"/>
                </a:cubicBezTo>
                <a:cubicBezTo>
                  <a:pt x="1918" y="4513"/>
                  <a:pt x="1918" y="4513"/>
                  <a:pt x="1906" y="4525"/>
                </a:cubicBezTo>
                <a:lnTo>
                  <a:pt x="1882" y="4537"/>
                </a:lnTo>
                <a:cubicBezTo>
                  <a:pt x="1882" y="4537"/>
                  <a:pt x="1870" y="4537"/>
                  <a:pt x="1870" y="4549"/>
                </a:cubicBezTo>
                <a:cubicBezTo>
                  <a:pt x="1858" y="4549"/>
                  <a:pt x="1846" y="4573"/>
                  <a:pt x="1823" y="4573"/>
                </a:cubicBezTo>
                <a:cubicBezTo>
                  <a:pt x="1811" y="4573"/>
                  <a:pt x="1799" y="4585"/>
                  <a:pt x="1787" y="4585"/>
                </a:cubicBezTo>
                <a:cubicBezTo>
                  <a:pt x="1763" y="4585"/>
                  <a:pt x="1751" y="4596"/>
                  <a:pt x="1751" y="4596"/>
                </a:cubicBezTo>
                <a:cubicBezTo>
                  <a:pt x="1739" y="4596"/>
                  <a:pt x="1739" y="4608"/>
                  <a:pt x="1727" y="4608"/>
                </a:cubicBezTo>
                <a:lnTo>
                  <a:pt x="1703" y="4608"/>
                </a:lnTo>
                <a:cubicBezTo>
                  <a:pt x="1692" y="4608"/>
                  <a:pt x="1692" y="4632"/>
                  <a:pt x="1680" y="4632"/>
                </a:cubicBezTo>
                <a:cubicBezTo>
                  <a:pt x="1668" y="4632"/>
                  <a:pt x="1668" y="4644"/>
                  <a:pt x="1644" y="4644"/>
                </a:cubicBezTo>
                <a:lnTo>
                  <a:pt x="1632" y="4656"/>
                </a:lnTo>
                <a:cubicBezTo>
                  <a:pt x="1620" y="4656"/>
                  <a:pt x="1620" y="4668"/>
                  <a:pt x="1608" y="4668"/>
                </a:cubicBezTo>
                <a:cubicBezTo>
                  <a:pt x="1584" y="4668"/>
                  <a:pt x="1584" y="4692"/>
                  <a:pt x="1572" y="4692"/>
                </a:cubicBezTo>
                <a:cubicBezTo>
                  <a:pt x="1561" y="4692"/>
                  <a:pt x="1561" y="4704"/>
                  <a:pt x="1549" y="4704"/>
                </a:cubicBezTo>
                <a:cubicBezTo>
                  <a:pt x="1525" y="4704"/>
                  <a:pt x="1525" y="4716"/>
                  <a:pt x="1513" y="4716"/>
                </a:cubicBezTo>
                <a:cubicBezTo>
                  <a:pt x="1501" y="4716"/>
                  <a:pt x="1501" y="4727"/>
                  <a:pt x="1489" y="4727"/>
                </a:cubicBezTo>
                <a:cubicBezTo>
                  <a:pt x="1465" y="4727"/>
                  <a:pt x="1465" y="4751"/>
                  <a:pt x="1453" y="4751"/>
                </a:cubicBezTo>
                <a:cubicBezTo>
                  <a:pt x="1442" y="4751"/>
                  <a:pt x="1442" y="4763"/>
                  <a:pt x="1430" y="4763"/>
                </a:cubicBezTo>
                <a:cubicBezTo>
                  <a:pt x="1406" y="4763"/>
                  <a:pt x="1406" y="4775"/>
                  <a:pt x="1394" y="4775"/>
                </a:cubicBezTo>
                <a:cubicBezTo>
                  <a:pt x="1382" y="4775"/>
                  <a:pt x="1382" y="4787"/>
                  <a:pt x="1370" y="4787"/>
                </a:cubicBezTo>
                <a:cubicBezTo>
                  <a:pt x="1346" y="4787"/>
                  <a:pt x="1346" y="4811"/>
                  <a:pt x="1334" y="4811"/>
                </a:cubicBezTo>
                <a:cubicBezTo>
                  <a:pt x="1322" y="4811"/>
                  <a:pt x="1322" y="4823"/>
                  <a:pt x="1311" y="4823"/>
                </a:cubicBezTo>
                <a:cubicBezTo>
                  <a:pt x="1287" y="4823"/>
                  <a:pt x="1287" y="4835"/>
                  <a:pt x="1275" y="4835"/>
                </a:cubicBezTo>
                <a:cubicBezTo>
                  <a:pt x="1263" y="4835"/>
                  <a:pt x="1263" y="4846"/>
                  <a:pt x="1251" y="4846"/>
                </a:cubicBezTo>
                <a:cubicBezTo>
                  <a:pt x="1227" y="4846"/>
                  <a:pt x="1227" y="4870"/>
                  <a:pt x="1215" y="4870"/>
                </a:cubicBezTo>
                <a:cubicBezTo>
                  <a:pt x="1203" y="4870"/>
                  <a:pt x="1203" y="4882"/>
                  <a:pt x="1191" y="4882"/>
                </a:cubicBezTo>
                <a:cubicBezTo>
                  <a:pt x="1168" y="4882"/>
                  <a:pt x="1168" y="4894"/>
                  <a:pt x="1156" y="4894"/>
                </a:cubicBezTo>
                <a:lnTo>
                  <a:pt x="1132" y="4930"/>
                </a:lnTo>
                <a:lnTo>
                  <a:pt x="1096" y="4954"/>
                </a:lnTo>
                <a:lnTo>
                  <a:pt x="1072" y="4989"/>
                </a:lnTo>
                <a:lnTo>
                  <a:pt x="1049" y="5001"/>
                </a:lnTo>
                <a:lnTo>
                  <a:pt x="1025" y="5025"/>
                </a:lnTo>
                <a:lnTo>
                  <a:pt x="1013" y="5049"/>
                </a:lnTo>
                <a:cubicBezTo>
                  <a:pt x="989" y="5049"/>
                  <a:pt x="989" y="5061"/>
                  <a:pt x="977" y="5061"/>
                </a:cubicBezTo>
                <a:lnTo>
                  <a:pt x="965" y="5073"/>
                </a:lnTo>
                <a:lnTo>
                  <a:pt x="953" y="5085"/>
                </a:lnTo>
                <a:lnTo>
                  <a:pt x="918" y="5120"/>
                </a:lnTo>
                <a:lnTo>
                  <a:pt x="906" y="5132"/>
                </a:lnTo>
                <a:cubicBezTo>
                  <a:pt x="691" y="5347"/>
                  <a:pt x="513" y="5561"/>
                  <a:pt x="382" y="5823"/>
                </a:cubicBezTo>
                <a:lnTo>
                  <a:pt x="382" y="5835"/>
                </a:lnTo>
                <a:cubicBezTo>
                  <a:pt x="370" y="5847"/>
                  <a:pt x="370" y="5859"/>
                  <a:pt x="358" y="5882"/>
                </a:cubicBezTo>
                <a:lnTo>
                  <a:pt x="334" y="5906"/>
                </a:lnTo>
                <a:cubicBezTo>
                  <a:pt x="334" y="5918"/>
                  <a:pt x="322" y="5942"/>
                  <a:pt x="322" y="5954"/>
                </a:cubicBezTo>
                <a:cubicBezTo>
                  <a:pt x="322" y="5966"/>
                  <a:pt x="310" y="5966"/>
                  <a:pt x="310" y="5978"/>
                </a:cubicBezTo>
                <a:cubicBezTo>
                  <a:pt x="310" y="6001"/>
                  <a:pt x="299" y="6013"/>
                  <a:pt x="299" y="6025"/>
                </a:cubicBezTo>
                <a:cubicBezTo>
                  <a:pt x="299" y="6037"/>
                  <a:pt x="275" y="6037"/>
                  <a:pt x="275" y="6061"/>
                </a:cubicBezTo>
                <a:cubicBezTo>
                  <a:pt x="275" y="6073"/>
                  <a:pt x="263" y="6085"/>
                  <a:pt x="263" y="6097"/>
                </a:cubicBezTo>
                <a:cubicBezTo>
                  <a:pt x="263" y="6120"/>
                  <a:pt x="251" y="6120"/>
                  <a:pt x="251" y="6132"/>
                </a:cubicBezTo>
                <a:cubicBezTo>
                  <a:pt x="251" y="6144"/>
                  <a:pt x="239" y="6156"/>
                  <a:pt x="239" y="6180"/>
                </a:cubicBezTo>
                <a:cubicBezTo>
                  <a:pt x="239" y="6192"/>
                  <a:pt x="239" y="6192"/>
                  <a:pt x="215" y="6204"/>
                </a:cubicBezTo>
                <a:cubicBezTo>
                  <a:pt x="215" y="6216"/>
                  <a:pt x="203" y="6240"/>
                  <a:pt x="203" y="6251"/>
                </a:cubicBezTo>
                <a:lnTo>
                  <a:pt x="191" y="6275"/>
                </a:lnTo>
                <a:cubicBezTo>
                  <a:pt x="179" y="6311"/>
                  <a:pt x="179" y="6323"/>
                  <a:pt x="156" y="6359"/>
                </a:cubicBezTo>
                <a:cubicBezTo>
                  <a:pt x="156" y="6382"/>
                  <a:pt x="144" y="6394"/>
                  <a:pt x="144" y="6430"/>
                </a:cubicBezTo>
                <a:lnTo>
                  <a:pt x="144" y="6442"/>
                </a:lnTo>
                <a:lnTo>
                  <a:pt x="144" y="6454"/>
                </a:lnTo>
                <a:cubicBezTo>
                  <a:pt x="144" y="6478"/>
                  <a:pt x="132" y="6490"/>
                  <a:pt x="132" y="6501"/>
                </a:cubicBezTo>
                <a:lnTo>
                  <a:pt x="132" y="6513"/>
                </a:lnTo>
                <a:lnTo>
                  <a:pt x="132" y="6537"/>
                </a:lnTo>
                <a:cubicBezTo>
                  <a:pt x="132" y="6549"/>
                  <a:pt x="132" y="6561"/>
                  <a:pt x="120" y="6573"/>
                </a:cubicBezTo>
                <a:lnTo>
                  <a:pt x="120" y="6609"/>
                </a:lnTo>
                <a:cubicBezTo>
                  <a:pt x="120" y="6621"/>
                  <a:pt x="120" y="6632"/>
                  <a:pt x="96" y="6656"/>
                </a:cubicBezTo>
                <a:lnTo>
                  <a:pt x="96" y="6680"/>
                </a:lnTo>
                <a:cubicBezTo>
                  <a:pt x="96" y="6692"/>
                  <a:pt x="96" y="6716"/>
                  <a:pt x="84" y="6728"/>
                </a:cubicBezTo>
                <a:lnTo>
                  <a:pt x="84" y="6751"/>
                </a:lnTo>
                <a:lnTo>
                  <a:pt x="84" y="6799"/>
                </a:lnTo>
                <a:lnTo>
                  <a:pt x="84" y="6811"/>
                </a:lnTo>
                <a:lnTo>
                  <a:pt x="84" y="6847"/>
                </a:lnTo>
                <a:lnTo>
                  <a:pt x="84" y="6894"/>
                </a:lnTo>
                <a:lnTo>
                  <a:pt x="84" y="6906"/>
                </a:lnTo>
                <a:lnTo>
                  <a:pt x="84" y="6930"/>
                </a:lnTo>
                <a:lnTo>
                  <a:pt x="84" y="6966"/>
                </a:lnTo>
                <a:lnTo>
                  <a:pt x="84" y="6978"/>
                </a:lnTo>
                <a:lnTo>
                  <a:pt x="84" y="6990"/>
                </a:lnTo>
                <a:lnTo>
                  <a:pt x="84" y="7049"/>
                </a:lnTo>
                <a:lnTo>
                  <a:pt x="84" y="7073"/>
                </a:lnTo>
                <a:lnTo>
                  <a:pt x="84" y="7085"/>
                </a:lnTo>
                <a:cubicBezTo>
                  <a:pt x="1" y="8704"/>
                  <a:pt x="1263" y="10109"/>
                  <a:pt x="2882" y="10180"/>
                </a:cubicBezTo>
                <a:lnTo>
                  <a:pt x="3037" y="10180"/>
                </a:lnTo>
                <a:cubicBezTo>
                  <a:pt x="3168" y="10180"/>
                  <a:pt x="3287" y="10169"/>
                  <a:pt x="3418" y="10145"/>
                </a:cubicBezTo>
                <a:lnTo>
                  <a:pt x="8335" y="10145"/>
                </a:lnTo>
                <a:cubicBezTo>
                  <a:pt x="8419" y="10145"/>
                  <a:pt x="8490" y="10073"/>
                  <a:pt x="8490" y="9990"/>
                </a:cubicBezTo>
                <a:lnTo>
                  <a:pt x="8490" y="9133"/>
                </a:lnTo>
                <a:lnTo>
                  <a:pt x="9776" y="9133"/>
                </a:lnTo>
                <a:cubicBezTo>
                  <a:pt x="9859" y="9133"/>
                  <a:pt x="9943" y="9061"/>
                  <a:pt x="9943" y="8978"/>
                </a:cubicBezTo>
                <a:lnTo>
                  <a:pt x="9824" y="2072"/>
                </a:lnTo>
                <a:lnTo>
                  <a:pt x="9824" y="2037"/>
                </a:lnTo>
                <a:lnTo>
                  <a:pt x="9824" y="2025"/>
                </a:lnTo>
                <a:cubicBezTo>
                  <a:pt x="9824" y="2025"/>
                  <a:pt x="9824" y="2013"/>
                  <a:pt x="9800" y="2013"/>
                </a:cubicBezTo>
                <a:cubicBezTo>
                  <a:pt x="9800" y="2013"/>
                  <a:pt x="9800" y="1989"/>
                  <a:pt x="9788" y="1989"/>
                </a:cubicBezTo>
                <a:lnTo>
                  <a:pt x="9776" y="1977"/>
                </a:lnTo>
                <a:lnTo>
                  <a:pt x="7835" y="36"/>
                </a:lnTo>
                <a:lnTo>
                  <a:pt x="7823" y="24"/>
                </a:lnTo>
                <a:lnTo>
                  <a:pt x="7811" y="13"/>
                </a:lnTo>
                <a:cubicBezTo>
                  <a:pt x="7811" y="13"/>
                  <a:pt x="7799" y="13"/>
                  <a:pt x="7799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" name="Google Shape;12819;p85"/>
          <p:cNvGrpSpPr/>
          <p:nvPr/>
        </p:nvGrpSpPr>
        <p:grpSpPr>
          <a:xfrm>
            <a:off x="5252162" y="1836759"/>
            <a:ext cx="559002" cy="506713"/>
            <a:chOff x="3988156" y="3380210"/>
            <a:chExt cx="353954" cy="318880"/>
          </a:xfrm>
          <a:solidFill>
            <a:schemeClr val="bg1"/>
          </a:solidFill>
        </p:grpSpPr>
        <p:sp>
          <p:nvSpPr>
            <p:cNvPr id="138" name="Google Shape;12820;p85"/>
            <p:cNvSpPr/>
            <p:nvPr/>
          </p:nvSpPr>
          <p:spPr>
            <a:xfrm>
              <a:off x="4134053" y="3446156"/>
              <a:ext cx="28454" cy="49269"/>
            </a:xfrm>
            <a:custGeom>
              <a:avLst/>
              <a:gdLst/>
              <a:ahLst/>
              <a:cxnLst/>
              <a:rect l="l" t="t" r="r" b="b"/>
              <a:pathLst>
                <a:path w="894" h="1548" extrusionOk="0">
                  <a:moveTo>
                    <a:pt x="417" y="286"/>
                  </a:moveTo>
                  <a:lnTo>
                    <a:pt x="417" y="572"/>
                  </a:lnTo>
                  <a:cubicBezTo>
                    <a:pt x="298" y="524"/>
                    <a:pt x="274" y="500"/>
                    <a:pt x="274" y="417"/>
                  </a:cubicBezTo>
                  <a:cubicBezTo>
                    <a:pt x="274" y="345"/>
                    <a:pt x="346" y="298"/>
                    <a:pt x="417" y="286"/>
                  </a:cubicBezTo>
                  <a:close/>
                  <a:moveTo>
                    <a:pt x="524" y="869"/>
                  </a:moveTo>
                  <a:cubicBezTo>
                    <a:pt x="643" y="917"/>
                    <a:pt x="655" y="976"/>
                    <a:pt x="655" y="1048"/>
                  </a:cubicBezTo>
                  <a:cubicBezTo>
                    <a:pt x="655" y="1119"/>
                    <a:pt x="596" y="1179"/>
                    <a:pt x="524" y="1191"/>
                  </a:cubicBezTo>
                  <a:lnTo>
                    <a:pt x="524" y="869"/>
                  </a:lnTo>
                  <a:close/>
                  <a:moveTo>
                    <a:pt x="477" y="0"/>
                  </a:moveTo>
                  <a:cubicBezTo>
                    <a:pt x="453" y="0"/>
                    <a:pt x="417" y="24"/>
                    <a:pt x="417" y="48"/>
                  </a:cubicBezTo>
                  <a:lnTo>
                    <a:pt x="417" y="107"/>
                  </a:lnTo>
                  <a:cubicBezTo>
                    <a:pt x="191" y="131"/>
                    <a:pt x="60" y="250"/>
                    <a:pt x="60" y="476"/>
                  </a:cubicBezTo>
                  <a:cubicBezTo>
                    <a:pt x="60" y="703"/>
                    <a:pt x="227" y="774"/>
                    <a:pt x="417" y="845"/>
                  </a:cubicBezTo>
                  <a:lnTo>
                    <a:pt x="417" y="1226"/>
                  </a:lnTo>
                  <a:cubicBezTo>
                    <a:pt x="310" y="1203"/>
                    <a:pt x="274" y="1179"/>
                    <a:pt x="179" y="1107"/>
                  </a:cubicBezTo>
                  <a:cubicBezTo>
                    <a:pt x="160" y="1093"/>
                    <a:pt x="143" y="1087"/>
                    <a:pt x="127" y="1087"/>
                  </a:cubicBezTo>
                  <a:cubicBezTo>
                    <a:pt x="101" y="1087"/>
                    <a:pt x="77" y="1102"/>
                    <a:pt x="48" y="1131"/>
                  </a:cubicBezTo>
                  <a:cubicBezTo>
                    <a:pt x="0" y="1191"/>
                    <a:pt x="0" y="1250"/>
                    <a:pt x="48" y="1298"/>
                  </a:cubicBezTo>
                  <a:cubicBezTo>
                    <a:pt x="120" y="1405"/>
                    <a:pt x="274" y="1453"/>
                    <a:pt x="417" y="1453"/>
                  </a:cubicBezTo>
                  <a:lnTo>
                    <a:pt x="417" y="1512"/>
                  </a:lnTo>
                  <a:cubicBezTo>
                    <a:pt x="417" y="1536"/>
                    <a:pt x="453" y="1548"/>
                    <a:pt x="477" y="1548"/>
                  </a:cubicBezTo>
                  <a:cubicBezTo>
                    <a:pt x="512" y="1548"/>
                    <a:pt x="536" y="1536"/>
                    <a:pt x="536" y="1512"/>
                  </a:cubicBezTo>
                  <a:lnTo>
                    <a:pt x="536" y="1453"/>
                  </a:lnTo>
                  <a:cubicBezTo>
                    <a:pt x="727" y="1417"/>
                    <a:pt x="893" y="1298"/>
                    <a:pt x="893" y="1048"/>
                  </a:cubicBezTo>
                  <a:cubicBezTo>
                    <a:pt x="893" y="798"/>
                    <a:pt x="751" y="691"/>
                    <a:pt x="536" y="619"/>
                  </a:cubicBezTo>
                  <a:lnTo>
                    <a:pt x="536" y="286"/>
                  </a:lnTo>
                  <a:cubicBezTo>
                    <a:pt x="584" y="286"/>
                    <a:pt x="631" y="298"/>
                    <a:pt x="667" y="333"/>
                  </a:cubicBezTo>
                  <a:cubicBezTo>
                    <a:pt x="694" y="340"/>
                    <a:pt x="726" y="363"/>
                    <a:pt x="759" y="363"/>
                  </a:cubicBezTo>
                  <a:cubicBezTo>
                    <a:pt x="783" y="363"/>
                    <a:pt x="808" y="350"/>
                    <a:pt x="834" y="310"/>
                  </a:cubicBezTo>
                  <a:cubicBezTo>
                    <a:pt x="870" y="274"/>
                    <a:pt x="882" y="214"/>
                    <a:pt x="822" y="167"/>
                  </a:cubicBezTo>
                  <a:cubicBezTo>
                    <a:pt x="751" y="107"/>
                    <a:pt x="631" y="95"/>
                    <a:pt x="536" y="95"/>
                  </a:cubicBezTo>
                  <a:lnTo>
                    <a:pt x="536" y="48"/>
                  </a:lnTo>
                  <a:cubicBezTo>
                    <a:pt x="536" y="12"/>
                    <a:pt x="501" y="0"/>
                    <a:pt x="4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2821;p85"/>
            <p:cNvSpPr/>
            <p:nvPr/>
          </p:nvSpPr>
          <p:spPr>
            <a:xfrm>
              <a:off x="4188988" y="3398001"/>
              <a:ext cx="81510" cy="81510"/>
            </a:xfrm>
            <a:custGeom>
              <a:avLst/>
              <a:gdLst/>
              <a:ahLst/>
              <a:cxnLst/>
              <a:rect l="l" t="t" r="r" b="b"/>
              <a:pathLst>
                <a:path w="2561" h="2561" extrusionOk="0">
                  <a:moveTo>
                    <a:pt x="1287" y="311"/>
                  </a:moveTo>
                  <a:cubicBezTo>
                    <a:pt x="1823" y="311"/>
                    <a:pt x="2251" y="739"/>
                    <a:pt x="2251" y="1275"/>
                  </a:cubicBezTo>
                  <a:cubicBezTo>
                    <a:pt x="2251" y="1811"/>
                    <a:pt x="1823" y="2251"/>
                    <a:pt x="1287" y="2251"/>
                  </a:cubicBezTo>
                  <a:cubicBezTo>
                    <a:pt x="751" y="2251"/>
                    <a:pt x="310" y="1811"/>
                    <a:pt x="310" y="1275"/>
                  </a:cubicBezTo>
                  <a:cubicBezTo>
                    <a:pt x="310" y="739"/>
                    <a:pt x="751" y="311"/>
                    <a:pt x="1287" y="311"/>
                  </a:cubicBezTo>
                  <a:close/>
                  <a:moveTo>
                    <a:pt x="1287" y="1"/>
                  </a:moveTo>
                  <a:cubicBezTo>
                    <a:pt x="572" y="1"/>
                    <a:pt x="1" y="584"/>
                    <a:pt x="1" y="1275"/>
                  </a:cubicBezTo>
                  <a:cubicBezTo>
                    <a:pt x="1" y="1989"/>
                    <a:pt x="584" y="2561"/>
                    <a:pt x="1287" y="2561"/>
                  </a:cubicBezTo>
                  <a:cubicBezTo>
                    <a:pt x="2001" y="2561"/>
                    <a:pt x="2561" y="1977"/>
                    <a:pt x="2561" y="1275"/>
                  </a:cubicBezTo>
                  <a:cubicBezTo>
                    <a:pt x="2561" y="584"/>
                    <a:pt x="2001" y="1"/>
                    <a:pt x="12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2822;p85"/>
            <p:cNvSpPr/>
            <p:nvPr/>
          </p:nvSpPr>
          <p:spPr>
            <a:xfrm>
              <a:off x="4090863" y="3380210"/>
              <a:ext cx="195930" cy="146311"/>
            </a:xfrm>
            <a:custGeom>
              <a:avLst/>
              <a:gdLst/>
              <a:ahLst/>
              <a:cxnLst/>
              <a:rect l="l" t="t" r="r" b="b"/>
              <a:pathLst>
                <a:path w="6156" h="4597" extrusionOk="0">
                  <a:moveTo>
                    <a:pt x="1810" y="1834"/>
                  </a:moveTo>
                  <a:cubicBezTo>
                    <a:pt x="2131" y="1834"/>
                    <a:pt x="2429" y="2001"/>
                    <a:pt x="2608" y="2274"/>
                  </a:cubicBezTo>
                  <a:cubicBezTo>
                    <a:pt x="2643" y="2405"/>
                    <a:pt x="2703" y="2536"/>
                    <a:pt x="2762" y="2667"/>
                  </a:cubicBezTo>
                  <a:cubicBezTo>
                    <a:pt x="2762" y="2715"/>
                    <a:pt x="2774" y="2763"/>
                    <a:pt x="2774" y="2810"/>
                  </a:cubicBezTo>
                  <a:cubicBezTo>
                    <a:pt x="2774" y="3346"/>
                    <a:pt x="2346" y="3775"/>
                    <a:pt x="1810" y="3775"/>
                  </a:cubicBezTo>
                  <a:cubicBezTo>
                    <a:pt x="1274" y="3775"/>
                    <a:pt x="834" y="3346"/>
                    <a:pt x="834" y="2810"/>
                  </a:cubicBezTo>
                  <a:cubicBezTo>
                    <a:pt x="834" y="2274"/>
                    <a:pt x="1274" y="1834"/>
                    <a:pt x="1810" y="1834"/>
                  </a:cubicBezTo>
                  <a:close/>
                  <a:moveTo>
                    <a:pt x="1810" y="1322"/>
                  </a:moveTo>
                  <a:cubicBezTo>
                    <a:pt x="2084" y="1322"/>
                    <a:pt x="2346" y="1393"/>
                    <a:pt x="2584" y="1536"/>
                  </a:cubicBezTo>
                  <a:cubicBezTo>
                    <a:pt x="2560" y="1620"/>
                    <a:pt x="2560" y="1703"/>
                    <a:pt x="2548" y="1774"/>
                  </a:cubicBezTo>
                  <a:cubicBezTo>
                    <a:pt x="2346" y="1632"/>
                    <a:pt x="2072" y="1536"/>
                    <a:pt x="1810" y="1536"/>
                  </a:cubicBezTo>
                  <a:cubicBezTo>
                    <a:pt x="1096" y="1536"/>
                    <a:pt x="524" y="2120"/>
                    <a:pt x="524" y="2822"/>
                  </a:cubicBezTo>
                  <a:cubicBezTo>
                    <a:pt x="524" y="3537"/>
                    <a:pt x="1107" y="4096"/>
                    <a:pt x="1810" y="4096"/>
                  </a:cubicBezTo>
                  <a:cubicBezTo>
                    <a:pt x="2417" y="4096"/>
                    <a:pt x="2917" y="3668"/>
                    <a:pt x="3060" y="3108"/>
                  </a:cubicBezTo>
                  <a:cubicBezTo>
                    <a:pt x="3120" y="3167"/>
                    <a:pt x="3155" y="3203"/>
                    <a:pt x="3239" y="3263"/>
                  </a:cubicBezTo>
                  <a:cubicBezTo>
                    <a:pt x="3036" y="3882"/>
                    <a:pt x="2477" y="4299"/>
                    <a:pt x="1810" y="4299"/>
                  </a:cubicBezTo>
                  <a:cubicBezTo>
                    <a:pt x="988" y="4299"/>
                    <a:pt x="322" y="3620"/>
                    <a:pt x="322" y="2810"/>
                  </a:cubicBezTo>
                  <a:cubicBezTo>
                    <a:pt x="322" y="1989"/>
                    <a:pt x="988" y="1322"/>
                    <a:pt x="1810" y="1322"/>
                  </a:cubicBezTo>
                  <a:close/>
                  <a:moveTo>
                    <a:pt x="4382" y="0"/>
                  </a:moveTo>
                  <a:cubicBezTo>
                    <a:pt x="3608" y="0"/>
                    <a:pt x="2929" y="500"/>
                    <a:pt x="2679" y="1179"/>
                  </a:cubicBezTo>
                  <a:cubicBezTo>
                    <a:pt x="2417" y="1036"/>
                    <a:pt x="2131" y="953"/>
                    <a:pt x="1822" y="953"/>
                  </a:cubicBezTo>
                  <a:cubicBezTo>
                    <a:pt x="822" y="953"/>
                    <a:pt x="0" y="1774"/>
                    <a:pt x="0" y="2775"/>
                  </a:cubicBezTo>
                  <a:cubicBezTo>
                    <a:pt x="0" y="3775"/>
                    <a:pt x="822" y="4596"/>
                    <a:pt x="1822" y="4596"/>
                  </a:cubicBezTo>
                  <a:cubicBezTo>
                    <a:pt x="2596" y="4596"/>
                    <a:pt x="3262" y="4120"/>
                    <a:pt x="3512" y="3417"/>
                  </a:cubicBezTo>
                  <a:cubicBezTo>
                    <a:pt x="3763" y="3548"/>
                    <a:pt x="4060" y="3644"/>
                    <a:pt x="4382" y="3644"/>
                  </a:cubicBezTo>
                  <a:cubicBezTo>
                    <a:pt x="4798" y="3644"/>
                    <a:pt x="5191" y="3489"/>
                    <a:pt x="5513" y="3239"/>
                  </a:cubicBezTo>
                  <a:cubicBezTo>
                    <a:pt x="5822" y="2989"/>
                    <a:pt x="6049" y="2632"/>
                    <a:pt x="6132" y="2239"/>
                  </a:cubicBezTo>
                  <a:cubicBezTo>
                    <a:pt x="6156" y="2167"/>
                    <a:pt x="6096" y="2072"/>
                    <a:pt x="6013" y="2060"/>
                  </a:cubicBezTo>
                  <a:cubicBezTo>
                    <a:pt x="6004" y="2059"/>
                    <a:pt x="5996" y="2058"/>
                    <a:pt x="5987" y="2058"/>
                  </a:cubicBezTo>
                  <a:cubicBezTo>
                    <a:pt x="5911" y="2058"/>
                    <a:pt x="5833" y="2104"/>
                    <a:pt x="5822" y="2179"/>
                  </a:cubicBezTo>
                  <a:cubicBezTo>
                    <a:pt x="5656" y="2870"/>
                    <a:pt x="5060" y="3322"/>
                    <a:pt x="4370" y="3322"/>
                  </a:cubicBezTo>
                  <a:cubicBezTo>
                    <a:pt x="3834" y="3322"/>
                    <a:pt x="3334" y="3048"/>
                    <a:pt x="3072" y="2572"/>
                  </a:cubicBezTo>
                  <a:cubicBezTo>
                    <a:pt x="3036" y="2417"/>
                    <a:pt x="2977" y="2274"/>
                    <a:pt x="2905" y="2132"/>
                  </a:cubicBezTo>
                  <a:cubicBezTo>
                    <a:pt x="2715" y="1215"/>
                    <a:pt x="3429" y="334"/>
                    <a:pt x="4370" y="334"/>
                  </a:cubicBezTo>
                  <a:cubicBezTo>
                    <a:pt x="5060" y="334"/>
                    <a:pt x="5656" y="810"/>
                    <a:pt x="5822" y="1477"/>
                  </a:cubicBezTo>
                  <a:cubicBezTo>
                    <a:pt x="5832" y="1556"/>
                    <a:pt x="5899" y="1602"/>
                    <a:pt x="5969" y="1602"/>
                  </a:cubicBezTo>
                  <a:cubicBezTo>
                    <a:pt x="5984" y="1602"/>
                    <a:pt x="5998" y="1600"/>
                    <a:pt x="6013" y="1596"/>
                  </a:cubicBezTo>
                  <a:cubicBezTo>
                    <a:pt x="6108" y="1584"/>
                    <a:pt x="6144" y="1489"/>
                    <a:pt x="6132" y="1405"/>
                  </a:cubicBezTo>
                  <a:cubicBezTo>
                    <a:pt x="6049" y="1024"/>
                    <a:pt x="5822" y="667"/>
                    <a:pt x="5513" y="405"/>
                  </a:cubicBezTo>
                  <a:cubicBezTo>
                    <a:pt x="5191" y="155"/>
                    <a:pt x="4775" y="0"/>
                    <a:pt x="43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2823;p85"/>
            <p:cNvSpPr/>
            <p:nvPr/>
          </p:nvSpPr>
          <p:spPr>
            <a:xfrm>
              <a:off x="4215914" y="3415061"/>
              <a:ext cx="28072" cy="49301"/>
            </a:xfrm>
            <a:custGeom>
              <a:avLst/>
              <a:gdLst/>
              <a:ahLst/>
              <a:cxnLst/>
              <a:rect l="l" t="t" r="r" b="b"/>
              <a:pathLst>
                <a:path w="882" h="1549" extrusionOk="0">
                  <a:moveTo>
                    <a:pt x="405" y="298"/>
                  </a:moveTo>
                  <a:lnTo>
                    <a:pt x="405" y="584"/>
                  </a:lnTo>
                  <a:cubicBezTo>
                    <a:pt x="286" y="537"/>
                    <a:pt x="262" y="501"/>
                    <a:pt x="262" y="429"/>
                  </a:cubicBezTo>
                  <a:cubicBezTo>
                    <a:pt x="262" y="358"/>
                    <a:pt x="334" y="310"/>
                    <a:pt x="405" y="298"/>
                  </a:cubicBezTo>
                  <a:close/>
                  <a:moveTo>
                    <a:pt x="512" y="882"/>
                  </a:moveTo>
                  <a:cubicBezTo>
                    <a:pt x="631" y="918"/>
                    <a:pt x="643" y="977"/>
                    <a:pt x="643" y="1060"/>
                  </a:cubicBezTo>
                  <a:cubicBezTo>
                    <a:pt x="643" y="1144"/>
                    <a:pt x="584" y="1191"/>
                    <a:pt x="512" y="1203"/>
                  </a:cubicBezTo>
                  <a:lnTo>
                    <a:pt x="512" y="882"/>
                  </a:lnTo>
                  <a:close/>
                  <a:moveTo>
                    <a:pt x="465" y="1"/>
                  </a:moveTo>
                  <a:cubicBezTo>
                    <a:pt x="441" y="1"/>
                    <a:pt x="405" y="13"/>
                    <a:pt x="405" y="48"/>
                  </a:cubicBezTo>
                  <a:lnTo>
                    <a:pt x="405" y="96"/>
                  </a:lnTo>
                  <a:cubicBezTo>
                    <a:pt x="179" y="132"/>
                    <a:pt x="48" y="251"/>
                    <a:pt x="48" y="477"/>
                  </a:cubicBezTo>
                  <a:cubicBezTo>
                    <a:pt x="48" y="715"/>
                    <a:pt x="226" y="787"/>
                    <a:pt x="405" y="846"/>
                  </a:cubicBezTo>
                  <a:lnTo>
                    <a:pt x="405" y="1215"/>
                  </a:lnTo>
                  <a:cubicBezTo>
                    <a:pt x="298" y="1203"/>
                    <a:pt x="262" y="1156"/>
                    <a:pt x="167" y="1096"/>
                  </a:cubicBezTo>
                  <a:cubicBezTo>
                    <a:pt x="150" y="1084"/>
                    <a:pt x="133" y="1079"/>
                    <a:pt x="117" y="1079"/>
                  </a:cubicBezTo>
                  <a:cubicBezTo>
                    <a:pt x="53" y="1079"/>
                    <a:pt x="0" y="1158"/>
                    <a:pt x="0" y="1215"/>
                  </a:cubicBezTo>
                  <a:cubicBezTo>
                    <a:pt x="0" y="1251"/>
                    <a:pt x="24" y="1275"/>
                    <a:pt x="36" y="1299"/>
                  </a:cubicBezTo>
                  <a:cubicBezTo>
                    <a:pt x="107" y="1394"/>
                    <a:pt x="274" y="1441"/>
                    <a:pt x="405" y="1441"/>
                  </a:cubicBezTo>
                  <a:lnTo>
                    <a:pt x="405" y="1501"/>
                  </a:lnTo>
                  <a:cubicBezTo>
                    <a:pt x="405" y="1537"/>
                    <a:pt x="441" y="1549"/>
                    <a:pt x="465" y="1549"/>
                  </a:cubicBezTo>
                  <a:cubicBezTo>
                    <a:pt x="500" y="1549"/>
                    <a:pt x="524" y="1525"/>
                    <a:pt x="524" y="1501"/>
                  </a:cubicBezTo>
                  <a:lnTo>
                    <a:pt x="524" y="1441"/>
                  </a:lnTo>
                  <a:cubicBezTo>
                    <a:pt x="715" y="1406"/>
                    <a:pt x="881" y="1299"/>
                    <a:pt x="881" y="1037"/>
                  </a:cubicBezTo>
                  <a:cubicBezTo>
                    <a:pt x="881" y="787"/>
                    <a:pt x="715" y="703"/>
                    <a:pt x="524" y="620"/>
                  </a:cubicBezTo>
                  <a:lnTo>
                    <a:pt x="524" y="298"/>
                  </a:lnTo>
                  <a:cubicBezTo>
                    <a:pt x="596" y="298"/>
                    <a:pt x="631" y="310"/>
                    <a:pt x="703" y="358"/>
                  </a:cubicBezTo>
                  <a:cubicBezTo>
                    <a:pt x="717" y="362"/>
                    <a:pt x="732" y="364"/>
                    <a:pt x="746" y="364"/>
                  </a:cubicBezTo>
                  <a:cubicBezTo>
                    <a:pt x="777" y="364"/>
                    <a:pt x="805" y="351"/>
                    <a:pt x="822" y="310"/>
                  </a:cubicBezTo>
                  <a:cubicBezTo>
                    <a:pt x="857" y="263"/>
                    <a:pt x="869" y="203"/>
                    <a:pt x="810" y="156"/>
                  </a:cubicBezTo>
                  <a:cubicBezTo>
                    <a:pt x="738" y="96"/>
                    <a:pt x="619" y="84"/>
                    <a:pt x="524" y="84"/>
                  </a:cubicBezTo>
                  <a:lnTo>
                    <a:pt x="524" y="48"/>
                  </a:lnTo>
                  <a:cubicBezTo>
                    <a:pt x="524" y="13"/>
                    <a:pt x="500" y="1"/>
                    <a:pt x="4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2824;p85"/>
            <p:cNvSpPr/>
            <p:nvPr/>
          </p:nvSpPr>
          <p:spPr>
            <a:xfrm>
              <a:off x="3988156" y="3495935"/>
              <a:ext cx="353954" cy="203155"/>
            </a:xfrm>
            <a:custGeom>
              <a:avLst/>
              <a:gdLst/>
              <a:ahLst/>
              <a:cxnLst/>
              <a:rect l="l" t="t" r="r" b="b"/>
              <a:pathLst>
                <a:path w="11121" h="6383" extrusionOk="0">
                  <a:moveTo>
                    <a:pt x="3525" y="1884"/>
                  </a:moveTo>
                  <a:cubicBezTo>
                    <a:pt x="3540" y="1884"/>
                    <a:pt x="3561" y="1898"/>
                    <a:pt x="3561" y="1925"/>
                  </a:cubicBezTo>
                  <a:cubicBezTo>
                    <a:pt x="3632" y="2103"/>
                    <a:pt x="4632" y="4770"/>
                    <a:pt x="4680" y="4854"/>
                  </a:cubicBezTo>
                  <a:cubicBezTo>
                    <a:pt x="4692" y="4865"/>
                    <a:pt x="4680" y="4901"/>
                    <a:pt x="4644" y="4901"/>
                  </a:cubicBezTo>
                  <a:lnTo>
                    <a:pt x="3930" y="5163"/>
                  </a:lnTo>
                  <a:cubicBezTo>
                    <a:pt x="3882" y="5032"/>
                    <a:pt x="2870" y="2341"/>
                    <a:pt x="2799" y="2163"/>
                  </a:cubicBezTo>
                  <a:lnTo>
                    <a:pt x="3513" y="1889"/>
                  </a:lnTo>
                  <a:cubicBezTo>
                    <a:pt x="3516" y="1886"/>
                    <a:pt x="3520" y="1884"/>
                    <a:pt x="3525" y="1884"/>
                  </a:cubicBezTo>
                  <a:close/>
                  <a:moveTo>
                    <a:pt x="2501" y="2294"/>
                  </a:moveTo>
                  <a:lnTo>
                    <a:pt x="3632" y="5306"/>
                  </a:lnTo>
                  <a:cubicBezTo>
                    <a:pt x="3096" y="5496"/>
                    <a:pt x="1763" y="5997"/>
                    <a:pt x="1536" y="6092"/>
                  </a:cubicBezTo>
                  <a:cubicBezTo>
                    <a:pt x="1528" y="6095"/>
                    <a:pt x="1520" y="6096"/>
                    <a:pt x="1511" y="6096"/>
                  </a:cubicBezTo>
                  <a:cubicBezTo>
                    <a:pt x="1485" y="6096"/>
                    <a:pt x="1459" y="6081"/>
                    <a:pt x="1441" y="6044"/>
                  </a:cubicBezTo>
                  <a:lnTo>
                    <a:pt x="358" y="3175"/>
                  </a:lnTo>
                  <a:cubicBezTo>
                    <a:pt x="346" y="3139"/>
                    <a:pt x="358" y="3103"/>
                    <a:pt x="405" y="3080"/>
                  </a:cubicBezTo>
                  <a:cubicBezTo>
                    <a:pt x="1084" y="2829"/>
                    <a:pt x="2025" y="2472"/>
                    <a:pt x="2501" y="2294"/>
                  </a:cubicBezTo>
                  <a:close/>
                  <a:moveTo>
                    <a:pt x="10195" y="0"/>
                  </a:moveTo>
                  <a:cubicBezTo>
                    <a:pt x="9949" y="0"/>
                    <a:pt x="9714" y="126"/>
                    <a:pt x="9537" y="282"/>
                  </a:cubicBezTo>
                  <a:lnTo>
                    <a:pt x="7835" y="1698"/>
                  </a:lnTo>
                  <a:cubicBezTo>
                    <a:pt x="7740" y="1496"/>
                    <a:pt x="7537" y="1282"/>
                    <a:pt x="7144" y="1282"/>
                  </a:cubicBezTo>
                  <a:cubicBezTo>
                    <a:pt x="6745" y="1282"/>
                    <a:pt x="6434" y="1280"/>
                    <a:pt x="6185" y="1280"/>
                  </a:cubicBezTo>
                  <a:cubicBezTo>
                    <a:pt x="5437" y="1280"/>
                    <a:pt x="5254" y="1294"/>
                    <a:pt x="4977" y="1401"/>
                  </a:cubicBezTo>
                  <a:lnTo>
                    <a:pt x="3882" y="1853"/>
                  </a:lnTo>
                  <a:lnTo>
                    <a:pt x="3870" y="1806"/>
                  </a:lnTo>
                  <a:cubicBezTo>
                    <a:pt x="3814" y="1665"/>
                    <a:pt x="3669" y="1569"/>
                    <a:pt x="3523" y="1569"/>
                  </a:cubicBezTo>
                  <a:cubicBezTo>
                    <a:pt x="3484" y="1569"/>
                    <a:pt x="3444" y="1576"/>
                    <a:pt x="3406" y="1591"/>
                  </a:cubicBezTo>
                  <a:lnTo>
                    <a:pt x="2596" y="1913"/>
                  </a:lnTo>
                  <a:cubicBezTo>
                    <a:pt x="2239" y="2044"/>
                    <a:pt x="1084" y="2472"/>
                    <a:pt x="298" y="2770"/>
                  </a:cubicBezTo>
                  <a:cubicBezTo>
                    <a:pt x="108" y="2841"/>
                    <a:pt x="1" y="3068"/>
                    <a:pt x="72" y="3258"/>
                  </a:cubicBezTo>
                  <a:lnTo>
                    <a:pt x="1167" y="6139"/>
                  </a:lnTo>
                  <a:cubicBezTo>
                    <a:pt x="1222" y="6285"/>
                    <a:pt x="1368" y="6382"/>
                    <a:pt x="1518" y="6382"/>
                  </a:cubicBezTo>
                  <a:cubicBezTo>
                    <a:pt x="1564" y="6382"/>
                    <a:pt x="1611" y="6373"/>
                    <a:pt x="1656" y="6354"/>
                  </a:cubicBezTo>
                  <a:cubicBezTo>
                    <a:pt x="1906" y="6270"/>
                    <a:pt x="3549" y="5639"/>
                    <a:pt x="3894" y="5508"/>
                  </a:cubicBezTo>
                  <a:lnTo>
                    <a:pt x="4763" y="5175"/>
                  </a:lnTo>
                  <a:cubicBezTo>
                    <a:pt x="4942" y="5104"/>
                    <a:pt x="5049" y="4901"/>
                    <a:pt x="4965" y="4723"/>
                  </a:cubicBezTo>
                  <a:lnTo>
                    <a:pt x="4954" y="4675"/>
                  </a:lnTo>
                  <a:cubicBezTo>
                    <a:pt x="5525" y="4437"/>
                    <a:pt x="5537" y="4413"/>
                    <a:pt x="6120" y="4413"/>
                  </a:cubicBezTo>
                  <a:cubicBezTo>
                    <a:pt x="6204" y="4413"/>
                    <a:pt x="6275" y="4330"/>
                    <a:pt x="6275" y="4246"/>
                  </a:cubicBezTo>
                  <a:cubicBezTo>
                    <a:pt x="6275" y="4151"/>
                    <a:pt x="6204" y="4080"/>
                    <a:pt x="6120" y="4080"/>
                  </a:cubicBezTo>
                  <a:cubicBezTo>
                    <a:pt x="5477" y="4080"/>
                    <a:pt x="5418" y="4127"/>
                    <a:pt x="4834" y="4377"/>
                  </a:cubicBezTo>
                  <a:lnTo>
                    <a:pt x="3989" y="2127"/>
                  </a:lnTo>
                  <a:lnTo>
                    <a:pt x="5073" y="1686"/>
                  </a:lnTo>
                  <a:cubicBezTo>
                    <a:pt x="5294" y="1601"/>
                    <a:pt x="5460" y="1589"/>
                    <a:pt x="6106" y="1589"/>
                  </a:cubicBezTo>
                  <a:cubicBezTo>
                    <a:pt x="6364" y="1589"/>
                    <a:pt x="6699" y="1591"/>
                    <a:pt x="7144" y="1591"/>
                  </a:cubicBezTo>
                  <a:cubicBezTo>
                    <a:pt x="7323" y="1591"/>
                    <a:pt x="7442" y="1651"/>
                    <a:pt x="7513" y="1770"/>
                  </a:cubicBezTo>
                  <a:cubicBezTo>
                    <a:pt x="7573" y="1865"/>
                    <a:pt x="7573" y="1948"/>
                    <a:pt x="7585" y="1984"/>
                  </a:cubicBezTo>
                  <a:cubicBezTo>
                    <a:pt x="7585" y="2044"/>
                    <a:pt x="7549" y="2341"/>
                    <a:pt x="7263" y="2389"/>
                  </a:cubicBezTo>
                  <a:cubicBezTo>
                    <a:pt x="6835" y="2460"/>
                    <a:pt x="5882" y="2591"/>
                    <a:pt x="5882" y="2591"/>
                  </a:cubicBezTo>
                  <a:cubicBezTo>
                    <a:pt x="5787" y="2603"/>
                    <a:pt x="5727" y="2687"/>
                    <a:pt x="5739" y="2770"/>
                  </a:cubicBezTo>
                  <a:cubicBezTo>
                    <a:pt x="5763" y="2841"/>
                    <a:pt x="5823" y="2901"/>
                    <a:pt x="5906" y="2901"/>
                  </a:cubicBezTo>
                  <a:lnTo>
                    <a:pt x="5942" y="2901"/>
                  </a:lnTo>
                  <a:cubicBezTo>
                    <a:pt x="5954" y="2901"/>
                    <a:pt x="6894" y="2770"/>
                    <a:pt x="7335" y="2699"/>
                  </a:cubicBezTo>
                  <a:cubicBezTo>
                    <a:pt x="7740" y="2627"/>
                    <a:pt x="7882" y="2282"/>
                    <a:pt x="7918" y="2056"/>
                  </a:cubicBezTo>
                  <a:lnTo>
                    <a:pt x="9764" y="520"/>
                  </a:lnTo>
                  <a:cubicBezTo>
                    <a:pt x="9875" y="408"/>
                    <a:pt x="10028" y="311"/>
                    <a:pt x="10188" y="311"/>
                  </a:cubicBezTo>
                  <a:cubicBezTo>
                    <a:pt x="10285" y="311"/>
                    <a:pt x="10384" y="347"/>
                    <a:pt x="10478" y="436"/>
                  </a:cubicBezTo>
                  <a:cubicBezTo>
                    <a:pt x="10776" y="734"/>
                    <a:pt x="10502" y="1091"/>
                    <a:pt x="10430" y="1151"/>
                  </a:cubicBezTo>
                  <a:cubicBezTo>
                    <a:pt x="10359" y="1222"/>
                    <a:pt x="8097" y="3651"/>
                    <a:pt x="8097" y="3651"/>
                  </a:cubicBezTo>
                  <a:cubicBezTo>
                    <a:pt x="7763" y="4020"/>
                    <a:pt x="7323" y="4080"/>
                    <a:pt x="7144" y="4092"/>
                  </a:cubicBezTo>
                  <a:lnTo>
                    <a:pt x="6847" y="4092"/>
                  </a:lnTo>
                  <a:cubicBezTo>
                    <a:pt x="6751" y="4092"/>
                    <a:pt x="6680" y="4175"/>
                    <a:pt x="6680" y="4258"/>
                  </a:cubicBezTo>
                  <a:cubicBezTo>
                    <a:pt x="6680" y="4353"/>
                    <a:pt x="6751" y="4425"/>
                    <a:pt x="6847" y="4425"/>
                  </a:cubicBezTo>
                  <a:lnTo>
                    <a:pt x="7156" y="4425"/>
                  </a:lnTo>
                  <a:cubicBezTo>
                    <a:pt x="7382" y="4413"/>
                    <a:pt x="7918" y="4330"/>
                    <a:pt x="8335" y="3877"/>
                  </a:cubicBezTo>
                  <a:cubicBezTo>
                    <a:pt x="10669" y="1377"/>
                    <a:pt x="10669" y="1377"/>
                    <a:pt x="10669" y="1353"/>
                  </a:cubicBezTo>
                  <a:cubicBezTo>
                    <a:pt x="10883" y="1151"/>
                    <a:pt x="11121" y="627"/>
                    <a:pt x="10704" y="210"/>
                  </a:cubicBezTo>
                  <a:cubicBezTo>
                    <a:pt x="10539" y="60"/>
                    <a:pt x="10365" y="0"/>
                    <a:pt x="101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7" name="Google Shape;780;p46"/>
          <p:cNvSpPr txBox="1">
            <a:spLocks noGrp="1"/>
          </p:cNvSpPr>
          <p:nvPr>
            <p:ph type="subTitle" idx="3"/>
          </p:nvPr>
        </p:nvSpPr>
        <p:spPr>
          <a:xfrm>
            <a:off x="459565" y="2446342"/>
            <a:ext cx="3927656" cy="12454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en-US" dirty="0" smtClean="0">
                <a:latin typeface="Raleway" panose="020B0604020202020204" charset="-52"/>
              </a:rPr>
              <a:t>Burnout is the reason of </a:t>
            </a:r>
            <a:r>
              <a:rPr lang="en-US" b="1" dirty="0">
                <a:latin typeface="Raleway" panose="020B0604020202020204" charset="-52"/>
              </a:rPr>
              <a:t>EMPLOYEE </a:t>
            </a:r>
            <a:r>
              <a:rPr lang="en-US" b="1" dirty="0" smtClean="0">
                <a:latin typeface="Raleway" panose="020B0604020202020204" charset="-52"/>
              </a:rPr>
              <a:t>DISCHARGE</a:t>
            </a:r>
            <a:endParaRPr lang="en-US" b="1" dirty="0">
              <a:latin typeface="Raleway" panose="020B0604020202020204" charset="-52"/>
            </a:endParaRPr>
          </a:p>
          <a:p>
            <a:pPr algn="l"/>
            <a:endParaRPr lang="ru-RU" dirty="0">
              <a:latin typeface="Raleway" panose="020B0604020202020204" charset="-52"/>
            </a:endParaRPr>
          </a:p>
        </p:txBody>
      </p:sp>
      <p:grpSp>
        <p:nvGrpSpPr>
          <p:cNvPr id="150" name="Google Shape;513;p42"/>
          <p:cNvGrpSpPr/>
          <p:nvPr/>
        </p:nvGrpSpPr>
        <p:grpSpPr>
          <a:xfrm>
            <a:off x="4610229" y="1642366"/>
            <a:ext cx="80672" cy="2727962"/>
            <a:chOff x="240800" y="2387710"/>
            <a:chExt cx="14075" cy="469190"/>
          </a:xfrm>
        </p:grpSpPr>
        <p:sp>
          <p:nvSpPr>
            <p:cNvPr id="151" name="Google Shape;514;p42"/>
            <p:cNvSpPr/>
            <p:nvPr/>
          </p:nvSpPr>
          <p:spPr>
            <a:xfrm>
              <a:off x="240802" y="2387710"/>
              <a:ext cx="11398" cy="362762"/>
            </a:xfrm>
            <a:custGeom>
              <a:avLst/>
              <a:gdLst/>
              <a:ahLst/>
              <a:cxnLst/>
              <a:rect l="l" t="t" r="r" b="b"/>
              <a:pathLst>
                <a:path w="456" h="16409" extrusionOk="0">
                  <a:moveTo>
                    <a:pt x="0" y="1"/>
                  </a:moveTo>
                  <a:lnTo>
                    <a:pt x="0" y="16408"/>
                  </a:lnTo>
                  <a:lnTo>
                    <a:pt x="455" y="16408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515;p42"/>
            <p:cNvSpPr/>
            <p:nvPr/>
          </p:nvSpPr>
          <p:spPr>
            <a:xfrm>
              <a:off x="240800" y="2777525"/>
              <a:ext cx="13550" cy="9775"/>
            </a:xfrm>
            <a:custGeom>
              <a:avLst/>
              <a:gdLst/>
              <a:ahLst/>
              <a:cxnLst/>
              <a:rect l="l" t="t" r="r" b="b"/>
              <a:pathLst>
                <a:path w="542" h="391" extrusionOk="0">
                  <a:moveTo>
                    <a:pt x="215" y="1"/>
                  </a:moveTo>
                  <a:cubicBezTo>
                    <a:pt x="67" y="1"/>
                    <a:pt x="0" y="169"/>
                    <a:pt x="0" y="254"/>
                  </a:cubicBezTo>
                  <a:lnTo>
                    <a:pt x="107" y="361"/>
                  </a:lnTo>
                  <a:cubicBezTo>
                    <a:pt x="153" y="382"/>
                    <a:pt x="198" y="391"/>
                    <a:pt x="240" y="391"/>
                  </a:cubicBezTo>
                  <a:cubicBezTo>
                    <a:pt x="418" y="391"/>
                    <a:pt x="542" y="234"/>
                    <a:pt x="455" y="147"/>
                  </a:cubicBezTo>
                  <a:cubicBezTo>
                    <a:pt x="455" y="40"/>
                    <a:pt x="348" y="40"/>
                    <a:pt x="348" y="40"/>
                  </a:cubicBezTo>
                  <a:cubicBezTo>
                    <a:pt x="298" y="12"/>
                    <a:pt x="254" y="1"/>
                    <a:pt x="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516;p42"/>
            <p:cNvSpPr/>
            <p:nvPr/>
          </p:nvSpPr>
          <p:spPr>
            <a:xfrm>
              <a:off x="240800" y="2811975"/>
              <a:ext cx="14075" cy="10725"/>
            </a:xfrm>
            <a:custGeom>
              <a:avLst/>
              <a:gdLst/>
              <a:ahLst/>
              <a:cxnLst/>
              <a:rect l="l" t="t" r="r" b="b"/>
              <a:pathLst>
                <a:path w="563" h="429" extrusionOk="0">
                  <a:moveTo>
                    <a:pt x="348" y="0"/>
                  </a:moveTo>
                  <a:cubicBezTo>
                    <a:pt x="107" y="0"/>
                    <a:pt x="0" y="108"/>
                    <a:pt x="0" y="322"/>
                  </a:cubicBezTo>
                  <a:cubicBezTo>
                    <a:pt x="107" y="322"/>
                    <a:pt x="107" y="429"/>
                    <a:pt x="107" y="429"/>
                  </a:cubicBezTo>
                  <a:cubicBezTo>
                    <a:pt x="348" y="429"/>
                    <a:pt x="562" y="322"/>
                    <a:pt x="455" y="108"/>
                  </a:cubicBezTo>
                  <a:lnTo>
                    <a:pt x="3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517;p42"/>
            <p:cNvSpPr/>
            <p:nvPr/>
          </p:nvSpPr>
          <p:spPr>
            <a:xfrm>
              <a:off x="240800" y="2847375"/>
              <a:ext cx="13550" cy="9525"/>
            </a:xfrm>
            <a:custGeom>
              <a:avLst/>
              <a:gdLst/>
              <a:ahLst/>
              <a:cxnLst/>
              <a:rect l="l" t="t" r="r" b="b"/>
              <a:pathLst>
                <a:path w="542" h="381" extrusionOk="0">
                  <a:moveTo>
                    <a:pt x="224" y="1"/>
                  </a:moveTo>
                  <a:cubicBezTo>
                    <a:pt x="70" y="1"/>
                    <a:pt x="0" y="157"/>
                    <a:pt x="0" y="244"/>
                  </a:cubicBezTo>
                  <a:lnTo>
                    <a:pt x="107" y="351"/>
                  </a:lnTo>
                  <a:cubicBezTo>
                    <a:pt x="153" y="371"/>
                    <a:pt x="198" y="380"/>
                    <a:pt x="240" y="380"/>
                  </a:cubicBezTo>
                  <a:cubicBezTo>
                    <a:pt x="418" y="380"/>
                    <a:pt x="542" y="223"/>
                    <a:pt x="455" y="137"/>
                  </a:cubicBezTo>
                  <a:cubicBezTo>
                    <a:pt x="455" y="30"/>
                    <a:pt x="348" y="30"/>
                    <a:pt x="348" y="30"/>
                  </a:cubicBezTo>
                  <a:cubicBezTo>
                    <a:pt x="302" y="9"/>
                    <a:pt x="261" y="1"/>
                    <a:pt x="2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Прямоугольник 2"/>
          <p:cNvSpPr/>
          <p:nvPr/>
        </p:nvSpPr>
        <p:spPr>
          <a:xfrm>
            <a:off x="4822165" y="2538026"/>
            <a:ext cx="388366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 smtClean="0">
                <a:solidFill>
                  <a:schemeClr val="bg1"/>
                </a:solidFill>
                <a:latin typeface="Raleway" panose="020B0604020202020204" charset="-52"/>
              </a:rPr>
              <a:t>NEW CLIENT </a:t>
            </a:r>
            <a:r>
              <a:rPr lang="en-US" sz="1800" dirty="0" smtClean="0">
                <a:solidFill>
                  <a:schemeClr val="bg1"/>
                </a:solidFill>
                <a:latin typeface="Raleway" panose="020B0604020202020204" charset="-52"/>
              </a:rPr>
              <a:t>in </a:t>
            </a:r>
            <a:r>
              <a:rPr lang="en-US" sz="1800" dirty="0" smtClean="0">
                <a:solidFill>
                  <a:schemeClr val="accent1">
                    <a:lumMod val="75000"/>
                  </a:schemeClr>
                </a:solidFill>
                <a:latin typeface="Raleway" panose="020B0604020202020204" charset="-52"/>
              </a:rPr>
              <a:t>7</a:t>
            </a:r>
            <a:r>
              <a:rPr lang="en-US" sz="1800" dirty="0" smtClean="0">
                <a:solidFill>
                  <a:schemeClr val="bg1"/>
                </a:solidFill>
                <a:latin typeface="Raleway" panose="020B0604020202020204" charset="-52"/>
              </a:rPr>
              <a:t> times </a:t>
            </a:r>
            <a:r>
              <a:rPr lang="en-US" sz="1800" dirty="0">
                <a:solidFill>
                  <a:schemeClr val="bg1"/>
                </a:solidFill>
                <a:latin typeface="Raleway" panose="020B0604020202020204" charset="-52"/>
              </a:rPr>
              <a:t>expensive than keeping  established customer </a:t>
            </a:r>
            <a:r>
              <a:rPr lang="en-US" sz="1800" dirty="0" smtClean="0">
                <a:solidFill>
                  <a:schemeClr val="bg1"/>
                </a:solidFill>
                <a:latin typeface="Raleway" panose="020B0604020202020204" charset="-52"/>
              </a:rPr>
              <a:t> </a:t>
            </a:r>
            <a:endParaRPr lang="en-US" sz="1800" dirty="0">
              <a:solidFill>
                <a:schemeClr val="bg1"/>
              </a:solidFill>
              <a:latin typeface="Raleway" panose="020B0604020202020204" charset="-52"/>
            </a:endParaRPr>
          </a:p>
        </p:txBody>
      </p:sp>
      <p:sp>
        <p:nvSpPr>
          <p:cNvPr id="113" name="Google Shape;173;p35"/>
          <p:cNvSpPr txBox="1">
            <a:spLocks/>
          </p:cNvSpPr>
          <p:nvPr/>
        </p:nvSpPr>
        <p:spPr>
          <a:xfrm>
            <a:off x="6637982" y="4860453"/>
            <a:ext cx="2506018" cy="368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>
              <a:buNone/>
            </a:pPr>
            <a:r>
              <a:rPr lang="en-US" sz="1100" dirty="0"/>
              <a:t>Minsk </a:t>
            </a:r>
            <a:r>
              <a:rPr lang="en-US" sz="1100" dirty="0" smtClean="0"/>
              <a:t>B</a:t>
            </a:r>
            <a:r>
              <a:rPr lang="en-US" sz="1100" dirty="0" smtClean="0">
                <a:solidFill>
                  <a:schemeClr val="bg1"/>
                </a:solidFill>
              </a:rPr>
              <a:t>S</a:t>
            </a:r>
            <a:r>
              <a:rPr lang="en-US" sz="1100" dirty="0" smtClean="0"/>
              <a:t>U </a:t>
            </a:r>
            <a:r>
              <a:rPr lang="en-US" sz="1100" dirty="0" err="1" smtClean="0"/>
              <a:t>ERTeam</a:t>
            </a:r>
            <a:r>
              <a:rPr lang="en-US" sz="1100" dirty="0" smtClean="0"/>
              <a:t> </a:t>
            </a:r>
            <a:r>
              <a:rPr lang="en-US" sz="1100" dirty="0" err="1" smtClean="0"/>
              <a:t>Ideathon</a:t>
            </a:r>
            <a:r>
              <a:rPr lang="en-US" sz="1100" dirty="0" smtClean="0"/>
              <a:t> 2020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" name="Google Shape;426;p40"/>
          <p:cNvGrpSpPr/>
          <p:nvPr/>
        </p:nvGrpSpPr>
        <p:grpSpPr>
          <a:xfrm>
            <a:off x="350893" y="345057"/>
            <a:ext cx="8225504" cy="344536"/>
            <a:chOff x="1942776" y="1722253"/>
            <a:chExt cx="2118174" cy="88722"/>
          </a:xfrm>
        </p:grpSpPr>
        <p:sp>
          <p:nvSpPr>
            <p:cNvPr id="427" name="Google Shape;427;p40"/>
            <p:cNvSpPr/>
            <p:nvPr/>
          </p:nvSpPr>
          <p:spPr>
            <a:xfrm>
              <a:off x="4038175" y="1788200"/>
              <a:ext cx="22775" cy="22775"/>
            </a:xfrm>
            <a:custGeom>
              <a:avLst/>
              <a:gdLst/>
              <a:ahLst/>
              <a:cxnLst/>
              <a:rect l="l" t="t" r="r" b="b"/>
              <a:pathLst>
                <a:path w="911" h="911" fill="none" extrusionOk="0">
                  <a:moveTo>
                    <a:pt x="910" y="455"/>
                  </a:moveTo>
                  <a:cubicBezTo>
                    <a:pt x="910" y="669"/>
                    <a:pt x="669" y="910"/>
                    <a:pt x="455" y="910"/>
                  </a:cubicBezTo>
                  <a:cubicBezTo>
                    <a:pt x="241" y="910"/>
                    <a:pt x="0" y="669"/>
                    <a:pt x="0" y="455"/>
                  </a:cubicBezTo>
                  <a:cubicBezTo>
                    <a:pt x="0" y="241"/>
                    <a:pt x="241" y="0"/>
                    <a:pt x="455" y="0"/>
                  </a:cubicBezTo>
                  <a:cubicBezTo>
                    <a:pt x="669" y="0"/>
                    <a:pt x="910" y="241"/>
                    <a:pt x="910" y="455"/>
                  </a:cubicBezTo>
                  <a:close/>
                </a:path>
              </a:pathLst>
            </a:custGeom>
            <a:noFill/>
            <a:ln w="11375" cap="flat" cmpd="sng">
              <a:solidFill>
                <a:schemeClr val="lt1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40"/>
            <p:cNvSpPr/>
            <p:nvPr/>
          </p:nvSpPr>
          <p:spPr>
            <a:xfrm>
              <a:off x="1942776" y="1722253"/>
              <a:ext cx="52875" cy="50200"/>
            </a:xfrm>
            <a:custGeom>
              <a:avLst/>
              <a:gdLst/>
              <a:ahLst/>
              <a:cxnLst/>
              <a:rect l="l" t="t" r="r" b="b"/>
              <a:pathLst>
                <a:path w="2115" h="2008" fill="none" extrusionOk="0">
                  <a:moveTo>
                    <a:pt x="1874" y="776"/>
                  </a:moveTo>
                  <a:cubicBezTo>
                    <a:pt x="2115" y="1445"/>
                    <a:pt x="1446" y="2007"/>
                    <a:pt x="776" y="1900"/>
                  </a:cubicBezTo>
                  <a:cubicBezTo>
                    <a:pt x="428" y="1793"/>
                    <a:pt x="214" y="1552"/>
                    <a:pt x="107" y="1231"/>
                  </a:cubicBezTo>
                  <a:cubicBezTo>
                    <a:pt x="0" y="562"/>
                    <a:pt x="536" y="0"/>
                    <a:pt x="1205" y="107"/>
                  </a:cubicBezTo>
                  <a:cubicBezTo>
                    <a:pt x="1553" y="214"/>
                    <a:pt x="1767" y="455"/>
                    <a:pt x="1874" y="776"/>
                  </a:cubicBezTo>
                  <a:close/>
                </a:path>
              </a:pathLst>
            </a:custGeom>
            <a:noFill/>
            <a:ln w="11375" cap="flat" cmpd="sng">
              <a:solidFill>
                <a:schemeClr val="lt1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9" name="Google Shape;479;p40"/>
          <p:cNvSpPr/>
          <p:nvPr/>
        </p:nvSpPr>
        <p:spPr>
          <a:xfrm>
            <a:off x="7970736" y="3622056"/>
            <a:ext cx="114178" cy="114076"/>
          </a:xfrm>
          <a:custGeom>
            <a:avLst/>
            <a:gdLst/>
            <a:ahLst/>
            <a:cxnLst/>
            <a:rect l="l" t="t" r="r" b="b"/>
            <a:pathLst>
              <a:path w="885" h="884" fill="none" extrusionOk="0">
                <a:moveTo>
                  <a:pt x="884" y="429"/>
                </a:moveTo>
                <a:cubicBezTo>
                  <a:pt x="884" y="777"/>
                  <a:pt x="777" y="884"/>
                  <a:pt x="456" y="884"/>
                </a:cubicBezTo>
                <a:cubicBezTo>
                  <a:pt x="215" y="884"/>
                  <a:pt x="1" y="777"/>
                  <a:pt x="1" y="429"/>
                </a:cubicBezTo>
                <a:cubicBezTo>
                  <a:pt x="1" y="214"/>
                  <a:pt x="215" y="0"/>
                  <a:pt x="456" y="0"/>
                </a:cubicBezTo>
                <a:cubicBezTo>
                  <a:pt x="777" y="0"/>
                  <a:pt x="884" y="214"/>
                  <a:pt x="884" y="429"/>
                </a:cubicBezTo>
                <a:close/>
              </a:path>
            </a:pathLst>
          </a:custGeom>
          <a:noFill/>
          <a:ln w="11375" cap="flat" cmpd="sng">
            <a:solidFill>
              <a:schemeClr val="lt1"/>
            </a:solidFill>
            <a:prstDash val="solid"/>
            <a:miter lim="2676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0" name="Google Shape;480;p40"/>
          <p:cNvGrpSpPr/>
          <p:nvPr/>
        </p:nvGrpSpPr>
        <p:grpSpPr>
          <a:xfrm flipV="1">
            <a:off x="-996029" y="601150"/>
            <a:ext cx="93747" cy="3155385"/>
            <a:chOff x="240800" y="2432468"/>
            <a:chExt cx="14075" cy="424432"/>
          </a:xfrm>
        </p:grpSpPr>
        <p:sp>
          <p:nvSpPr>
            <p:cNvPr id="481" name="Google Shape;481;p40"/>
            <p:cNvSpPr/>
            <p:nvPr/>
          </p:nvSpPr>
          <p:spPr>
            <a:xfrm>
              <a:off x="240800" y="2432468"/>
              <a:ext cx="11401" cy="318047"/>
            </a:xfrm>
            <a:custGeom>
              <a:avLst/>
              <a:gdLst/>
              <a:ahLst/>
              <a:cxnLst/>
              <a:rect l="l" t="t" r="r" b="b"/>
              <a:pathLst>
                <a:path w="456" h="16409" extrusionOk="0">
                  <a:moveTo>
                    <a:pt x="0" y="1"/>
                  </a:moveTo>
                  <a:lnTo>
                    <a:pt x="0" y="16408"/>
                  </a:lnTo>
                  <a:lnTo>
                    <a:pt x="455" y="16408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40"/>
            <p:cNvSpPr/>
            <p:nvPr/>
          </p:nvSpPr>
          <p:spPr>
            <a:xfrm>
              <a:off x="240800" y="2777525"/>
              <a:ext cx="13550" cy="9775"/>
            </a:xfrm>
            <a:custGeom>
              <a:avLst/>
              <a:gdLst/>
              <a:ahLst/>
              <a:cxnLst/>
              <a:rect l="l" t="t" r="r" b="b"/>
              <a:pathLst>
                <a:path w="542" h="391" extrusionOk="0">
                  <a:moveTo>
                    <a:pt x="215" y="1"/>
                  </a:moveTo>
                  <a:cubicBezTo>
                    <a:pt x="67" y="1"/>
                    <a:pt x="0" y="169"/>
                    <a:pt x="0" y="254"/>
                  </a:cubicBezTo>
                  <a:lnTo>
                    <a:pt x="107" y="361"/>
                  </a:lnTo>
                  <a:cubicBezTo>
                    <a:pt x="153" y="382"/>
                    <a:pt x="198" y="391"/>
                    <a:pt x="240" y="391"/>
                  </a:cubicBezTo>
                  <a:cubicBezTo>
                    <a:pt x="418" y="391"/>
                    <a:pt x="542" y="234"/>
                    <a:pt x="455" y="147"/>
                  </a:cubicBezTo>
                  <a:cubicBezTo>
                    <a:pt x="455" y="40"/>
                    <a:pt x="348" y="40"/>
                    <a:pt x="348" y="40"/>
                  </a:cubicBezTo>
                  <a:cubicBezTo>
                    <a:pt x="298" y="12"/>
                    <a:pt x="254" y="1"/>
                    <a:pt x="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40"/>
            <p:cNvSpPr/>
            <p:nvPr/>
          </p:nvSpPr>
          <p:spPr>
            <a:xfrm>
              <a:off x="240800" y="2811975"/>
              <a:ext cx="14075" cy="10725"/>
            </a:xfrm>
            <a:custGeom>
              <a:avLst/>
              <a:gdLst/>
              <a:ahLst/>
              <a:cxnLst/>
              <a:rect l="l" t="t" r="r" b="b"/>
              <a:pathLst>
                <a:path w="563" h="429" extrusionOk="0">
                  <a:moveTo>
                    <a:pt x="348" y="0"/>
                  </a:moveTo>
                  <a:cubicBezTo>
                    <a:pt x="107" y="0"/>
                    <a:pt x="0" y="108"/>
                    <a:pt x="0" y="322"/>
                  </a:cubicBezTo>
                  <a:cubicBezTo>
                    <a:pt x="107" y="322"/>
                    <a:pt x="107" y="429"/>
                    <a:pt x="107" y="429"/>
                  </a:cubicBezTo>
                  <a:cubicBezTo>
                    <a:pt x="348" y="429"/>
                    <a:pt x="562" y="322"/>
                    <a:pt x="455" y="108"/>
                  </a:cubicBezTo>
                  <a:lnTo>
                    <a:pt x="3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40"/>
            <p:cNvSpPr/>
            <p:nvPr/>
          </p:nvSpPr>
          <p:spPr>
            <a:xfrm>
              <a:off x="240800" y="2847375"/>
              <a:ext cx="13550" cy="9525"/>
            </a:xfrm>
            <a:custGeom>
              <a:avLst/>
              <a:gdLst/>
              <a:ahLst/>
              <a:cxnLst/>
              <a:rect l="l" t="t" r="r" b="b"/>
              <a:pathLst>
                <a:path w="542" h="381" extrusionOk="0">
                  <a:moveTo>
                    <a:pt x="224" y="1"/>
                  </a:moveTo>
                  <a:cubicBezTo>
                    <a:pt x="70" y="1"/>
                    <a:pt x="0" y="157"/>
                    <a:pt x="0" y="244"/>
                  </a:cubicBezTo>
                  <a:lnTo>
                    <a:pt x="107" y="351"/>
                  </a:lnTo>
                  <a:cubicBezTo>
                    <a:pt x="153" y="371"/>
                    <a:pt x="198" y="380"/>
                    <a:pt x="240" y="380"/>
                  </a:cubicBezTo>
                  <a:cubicBezTo>
                    <a:pt x="418" y="380"/>
                    <a:pt x="542" y="223"/>
                    <a:pt x="455" y="137"/>
                  </a:cubicBezTo>
                  <a:cubicBezTo>
                    <a:pt x="455" y="30"/>
                    <a:pt x="348" y="30"/>
                    <a:pt x="348" y="30"/>
                  </a:cubicBezTo>
                  <a:cubicBezTo>
                    <a:pt x="302" y="9"/>
                    <a:pt x="261" y="1"/>
                    <a:pt x="2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6" name="Google Shape;486;p40"/>
          <p:cNvSpPr txBox="1">
            <a:spLocks noGrp="1"/>
          </p:cNvSpPr>
          <p:nvPr>
            <p:ph type="body" idx="1"/>
          </p:nvPr>
        </p:nvSpPr>
        <p:spPr>
          <a:xfrm>
            <a:off x="195876" y="3973772"/>
            <a:ext cx="2080285" cy="6510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buClr>
                <a:schemeClr val="dk1"/>
              </a:buClr>
              <a:buSzPts val="1100"/>
              <a:buNone/>
            </a:pPr>
            <a:r>
              <a:rPr lang="en-US" sz="1200" dirty="0" smtClean="0"/>
              <a:t> </a:t>
            </a:r>
            <a:r>
              <a:rPr lang="en-US" dirty="0" smtClean="0"/>
              <a:t>predict </a:t>
            </a:r>
            <a:r>
              <a:rPr lang="en-US" dirty="0"/>
              <a:t>emotional burnout of employees</a:t>
            </a:r>
            <a:endParaRPr lang="en-US" sz="1200" dirty="0"/>
          </a:p>
        </p:txBody>
      </p:sp>
      <p:sp>
        <p:nvSpPr>
          <p:cNvPr id="65" name="Google Shape;247;p37"/>
          <p:cNvSpPr txBox="1">
            <a:spLocks/>
          </p:cNvSpPr>
          <p:nvPr/>
        </p:nvSpPr>
        <p:spPr>
          <a:xfrm>
            <a:off x="639169" y="209781"/>
            <a:ext cx="2498271" cy="465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swald"/>
              <a:buNone/>
              <a:defRPr sz="2800" b="0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spc="3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SOLUTION</a:t>
            </a:r>
            <a:endParaRPr lang="en-US" sz="2400" spc="3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5" name="Google Shape;486;p40"/>
          <p:cNvSpPr txBox="1">
            <a:spLocks/>
          </p:cNvSpPr>
          <p:nvPr/>
        </p:nvSpPr>
        <p:spPr>
          <a:xfrm>
            <a:off x="7127422" y="3973772"/>
            <a:ext cx="1575708" cy="483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>
              <a:buClr>
                <a:schemeClr val="dk1"/>
              </a:buClr>
              <a:buSzPts val="1100"/>
              <a:buNone/>
            </a:pPr>
            <a:endParaRPr lang="en-US" sz="1100" dirty="0" smtClean="0"/>
          </a:p>
        </p:txBody>
      </p:sp>
      <p:sp>
        <p:nvSpPr>
          <p:cNvPr id="77" name="Google Shape;486;p40"/>
          <p:cNvSpPr txBox="1">
            <a:spLocks/>
          </p:cNvSpPr>
          <p:nvPr/>
        </p:nvSpPr>
        <p:spPr>
          <a:xfrm>
            <a:off x="3415631" y="3269622"/>
            <a:ext cx="2298628" cy="918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●"/>
              <a:defRPr sz="14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aleway"/>
              <a:buChar char="○"/>
              <a:defRPr sz="14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aleway"/>
              <a:buChar char="■"/>
              <a:defRPr sz="1400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>
              <a:buClr>
                <a:schemeClr val="dk1"/>
              </a:buClr>
              <a:buSzPts val="1100"/>
              <a:buNone/>
            </a:pPr>
            <a:r>
              <a:rPr lang="en-US" sz="1600" dirty="0" smtClean="0"/>
              <a:t>student’s </a:t>
            </a:r>
            <a:r>
              <a:rPr lang="en-US" sz="1600" dirty="0"/>
              <a:t>and </a:t>
            </a:r>
            <a:r>
              <a:rPr lang="en-US" sz="1600" dirty="0" smtClean="0"/>
              <a:t>teacher’s emotional </a:t>
            </a:r>
            <a:r>
              <a:rPr lang="en-US" sz="1600" dirty="0"/>
              <a:t>statistic</a:t>
            </a:r>
          </a:p>
        </p:txBody>
      </p:sp>
      <p:pic>
        <p:nvPicPr>
          <p:cNvPr id="79" name="Рисунок 7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06" y="2552894"/>
            <a:ext cx="1516166" cy="144227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7" t="9252" r="7311" b="9913"/>
          <a:stretch/>
        </p:blipFill>
        <p:spPr>
          <a:xfrm>
            <a:off x="3541165" y="1422056"/>
            <a:ext cx="1998825" cy="1756739"/>
          </a:xfrm>
          <a:prstGeom prst="rect">
            <a:avLst/>
          </a:prstGeom>
        </p:spPr>
      </p:pic>
      <p:sp>
        <p:nvSpPr>
          <p:cNvPr id="485" name="Google Shape;485;p40"/>
          <p:cNvSpPr txBox="1">
            <a:spLocks noGrp="1"/>
          </p:cNvSpPr>
          <p:nvPr>
            <p:ph type="title"/>
          </p:nvPr>
        </p:nvSpPr>
        <p:spPr>
          <a:xfrm>
            <a:off x="3137440" y="92311"/>
            <a:ext cx="5789305" cy="9096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ts val="3200"/>
              </a:lnSpc>
            </a:pPr>
            <a:r>
              <a:rPr lang="en-US" sz="2000" spc="300" dirty="0" smtClean="0">
                <a:solidFill>
                  <a:schemeClr val="bg1"/>
                </a:solidFill>
                <a:latin typeface="Oswald" panose="020B0604020202020204" charset="-52"/>
              </a:rPr>
              <a:t>RECOGNIZE EMOTIONS WITH A NEURAL NETWORK</a:t>
            </a:r>
            <a:endParaRPr lang="en-US" sz="2000" spc="300" dirty="0">
              <a:solidFill>
                <a:schemeClr val="bg1"/>
              </a:solidFill>
              <a:latin typeface="Oswald" panose="020B0604020202020204" charset="-52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flipH="1">
            <a:off x="2529253" y="3447396"/>
            <a:ext cx="797451" cy="2236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/>
          <p:nvPr/>
        </p:nvCxnSpPr>
        <p:spPr>
          <a:xfrm>
            <a:off x="5803187" y="3409700"/>
            <a:ext cx="898736" cy="299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3" name="Прямоугольник 32"/>
          <p:cNvSpPr/>
          <p:nvPr/>
        </p:nvSpPr>
        <p:spPr>
          <a:xfrm>
            <a:off x="6701923" y="4033324"/>
            <a:ext cx="21880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Raleway" panose="020B0604020202020204" charset="-52"/>
              </a:rPr>
              <a:t>predict refusing from</a:t>
            </a:r>
            <a:br>
              <a:rPr lang="en-US" dirty="0" smtClean="0">
                <a:solidFill>
                  <a:schemeClr val="bg1"/>
                </a:solidFill>
                <a:latin typeface="Raleway" panose="020B0604020202020204" charset="-52"/>
              </a:rPr>
            </a:br>
            <a:r>
              <a:rPr lang="en-US" dirty="0" smtClean="0">
                <a:solidFill>
                  <a:schemeClr val="bg1"/>
                </a:solidFill>
                <a:latin typeface="Raleway" panose="020B0604020202020204" charset="-52"/>
              </a:rPr>
              <a:t> educational serves</a:t>
            </a:r>
            <a:endParaRPr lang="ru-RU" dirty="0">
              <a:solidFill>
                <a:schemeClr val="bg1"/>
              </a:solidFill>
              <a:latin typeface="Raleway" panose="020B0604020202020204" charset="-52"/>
            </a:endParaRPr>
          </a:p>
        </p:txBody>
      </p:sp>
      <p:pic>
        <p:nvPicPr>
          <p:cNvPr id="34" name="Рисунок 33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91" t="15866" r="10050" b="23129"/>
          <a:stretch/>
        </p:blipFill>
        <p:spPr>
          <a:xfrm rot="10800000" flipH="1">
            <a:off x="6833509" y="2526670"/>
            <a:ext cx="1869621" cy="14859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Прямая соединительная линия 2"/>
          <p:cNvCxnSpPr/>
          <p:nvPr/>
        </p:nvCxnSpPr>
        <p:spPr>
          <a:xfrm>
            <a:off x="3746113" y="1527490"/>
            <a:ext cx="1521592" cy="0"/>
          </a:xfrm>
          <a:prstGeom prst="line">
            <a:avLst/>
          </a:prstGeom>
          <a:ln w="57150">
            <a:solidFill>
              <a:schemeClr val="bg1"/>
            </a:solidFill>
          </a:ln>
          <a:effec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917" name="Google Shape;917;p47"/>
          <p:cNvGrpSpPr/>
          <p:nvPr/>
        </p:nvGrpSpPr>
        <p:grpSpPr>
          <a:xfrm>
            <a:off x="7880579" y="1374680"/>
            <a:ext cx="543432" cy="741197"/>
            <a:chOff x="2878829" y="3023092"/>
            <a:chExt cx="543432" cy="741197"/>
          </a:xfrm>
        </p:grpSpPr>
        <p:sp>
          <p:nvSpPr>
            <p:cNvPr id="918" name="Google Shape;918;p47"/>
            <p:cNvSpPr/>
            <p:nvPr/>
          </p:nvSpPr>
          <p:spPr>
            <a:xfrm>
              <a:off x="2878829" y="3023092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0"/>
                  </a:moveTo>
                  <a:lnTo>
                    <a:pt x="1" y="107"/>
                  </a:lnTo>
                  <a:cubicBezTo>
                    <a:pt x="1" y="214"/>
                    <a:pt x="135" y="214"/>
                    <a:pt x="135" y="214"/>
                  </a:cubicBezTo>
                  <a:cubicBezTo>
                    <a:pt x="135" y="214"/>
                    <a:pt x="242" y="214"/>
                    <a:pt x="242" y="107"/>
                  </a:cubicBezTo>
                  <a:lnTo>
                    <a:pt x="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47"/>
            <p:cNvSpPr/>
            <p:nvPr/>
          </p:nvSpPr>
          <p:spPr>
            <a:xfrm>
              <a:off x="3056668" y="3023092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0"/>
                  </a:moveTo>
                  <a:cubicBezTo>
                    <a:pt x="0" y="0"/>
                    <a:pt x="0" y="107"/>
                    <a:pt x="0" y="107"/>
                  </a:cubicBezTo>
                  <a:lnTo>
                    <a:pt x="0" y="214"/>
                  </a:lnTo>
                  <a:cubicBezTo>
                    <a:pt x="107" y="214"/>
                    <a:pt x="107" y="214"/>
                    <a:pt x="107" y="107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47"/>
            <p:cNvSpPr/>
            <p:nvPr/>
          </p:nvSpPr>
          <p:spPr>
            <a:xfrm>
              <a:off x="3224403" y="3023092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lnTo>
                    <a:pt x="0" y="107"/>
                  </a:lnTo>
                  <a:lnTo>
                    <a:pt x="108" y="214"/>
                  </a:lnTo>
                  <a:cubicBezTo>
                    <a:pt x="215" y="214"/>
                    <a:pt x="215" y="214"/>
                    <a:pt x="215" y="107"/>
                  </a:cubicBezTo>
                  <a:cubicBezTo>
                    <a:pt x="215" y="107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47"/>
            <p:cNvSpPr/>
            <p:nvPr/>
          </p:nvSpPr>
          <p:spPr>
            <a:xfrm>
              <a:off x="3402148" y="3023092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" y="0"/>
                    <a:pt x="1" y="107"/>
                    <a:pt x="1" y="107"/>
                  </a:cubicBezTo>
                  <a:cubicBezTo>
                    <a:pt x="1" y="214"/>
                    <a:pt x="1" y="214"/>
                    <a:pt x="108" y="214"/>
                  </a:cubicBezTo>
                  <a:cubicBezTo>
                    <a:pt x="108" y="214"/>
                    <a:pt x="215" y="214"/>
                    <a:pt x="215" y="107"/>
                  </a:cubicBezTo>
                  <a:lnTo>
                    <a:pt x="1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47"/>
            <p:cNvSpPr/>
            <p:nvPr/>
          </p:nvSpPr>
          <p:spPr>
            <a:xfrm>
              <a:off x="2878829" y="3168282"/>
              <a:ext cx="22639" cy="22639"/>
            </a:xfrm>
            <a:custGeom>
              <a:avLst/>
              <a:gdLst/>
              <a:ahLst/>
              <a:cxnLst/>
              <a:rect l="l" t="t" r="r" b="b"/>
              <a:pathLst>
                <a:path w="242" h="242" extrusionOk="0">
                  <a:moveTo>
                    <a:pt x="135" y="1"/>
                  </a:moveTo>
                  <a:lnTo>
                    <a:pt x="1" y="108"/>
                  </a:lnTo>
                  <a:lnTo>
                    <a:pt x="135" y="242"/>
                  </a:lnTo>
                  <a:lnTo>
                    <a:pt x="242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47"/>
            <p:cNvSpPr/>
            <p:nvPr/>
          </p:nvSpPr>
          <p:spPr>
            <a:xfrm>
              <a:off x="3056668" y="3168282"/>
              <a:ext cx="10103" cy="22639"/>
            </a:xfrm>
            <a:custGeom>
              <a:avLst/>
              <a:gdLst/>
              <a:ahLst/>
              <a:cxnLst/>
              <a:rect l="l" t="t" r="r" b="b"/>
              <a:pathLst>
                <a:path w="108" h="242" extrusionOk="0">
                  <a:moveTo>
                    <a:pt x="107" y="1"/>
                  </a:moveTo>
                  <a:cubicBezTo>
                    <a:pt x="0" y="1"/>
                    <a:pt x="0" y="108"/>
                    <a:pt x="0" y="108"/>
                  </a:cubicBezTo>
                  <a:cubicBezTo>
                    <a:pt x="0" y="108"/>
                    <a:pt x="0" y="242"/>
                    <a:pt x="107" y="242"/>
                  </a:cubicBezTo>
                  <a:lnTo>
                    <a:pt x="107" y="10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47"/>
            <p:cNvSpPr/>
            <p:nvPr/>
          </p:nvSpPr>
          <p:spPr>
            <a:xfrm>
              <a:off x="3224403" y="3168282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8" y="1"/>
                  </a:moveTo>
                  <a:lnTo>
                    <a:pt x="0" y="108"/>
                  </a:lnTo>
                  <a:lnTo>
                    <a:pt x="108" y="242"/>
                  </a:lnTo>
                  <a:cubicBezTo>
                    <a:pt x="215" y="242"/>
                    <a:pt x="215" y="108"/>
                    <a:pt x="215" y="108"/>
                  </a:cubicBezTo>
                  <a:cubicBezTo>
                    <a:pt x="215" y="108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47"/>
            <p:cNvSpPr/>
            <p:nvPr/>
          </p:nvSpPr>
          <p:spPr>
            <a:xfrm>
              <a:off x="3402148" y="3168282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8" y="1"/>
                  </a:moveTo>
                  <a:cubicBezTo>
                    <a:pt x="1" y="1"/>
                    <a:pt x="1" y="108"/>
                    <a:pt x="1" y="108"/>
                  </a:cubicBezTo>
                  <a:cubicBezTo>
                    <a:pt x="1" y="108"/>
                    <a:pt x="1" y="242"/>
                    <a:pt x="108" y="242"/>
                  </a:cubicBezTo>
                  <a:lnTo>
                    <a:pt x="215" y="108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47"/>
            <p:cNvSpPr/>
            <p:nvPr/>
          </p:nvSpPr>
          <p:spPr>
            <a:xfrm>
              <a:off x="2878829" y="3315997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1"/>
                  </a:moveTo>
                  <a:lnTo>
                    <a:pt x="1" y="108"/>
                  </a:lnTo>
                  <a:lnTo>
                    <a:pt x="135" y="215"/>
                  </a:lnTo>
                  <a:lnTo>
                    <a:pt x="242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47"/>
            <p:cNvSpPr/>
            <p:nvPr/>
          </p:nvSpPr>
          <p:spPr>
            <a:xfrm>
              <a:off x="3056668" y="3315997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1"/>
                  </a:moveTo>
                  <a:cubicBezTo>
                    <a:pt x="0" y="1"/>
                    <a:pt x="0" y="108"/>
                    <a:pt x="0" y="108"/>
                  </a:cubicBezTo>
                  <a:lnTo>
                    <a:pt x="0" y="215"/>
                  </a:lnTo>
                  <a:cubicBezTo>
                    <a:pt x="107" y="215"/>
                    <a:pt x="107" y="108"/>
                    <a:pt x="107" y="108"/>
                  </a:cubicBez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47"/>
            <p:cNvSpPr/>
            <p:nvPr/>
          </p:nvSpPr>
          <p:spPr>
            <a:xfrm>
              <a:off x="3224403" y="3315997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1"/>
                  </a:moveTo>
                  <a:lnTo>
                    <a:pt x="0" y="108"/>
                  </a:lnTo>
                  <a:cubicBezTo>
                    <a:pt x="108" y="108"/>
                    <a:pt x="108" y="215"/>
                    <a:pt x="108" y="215"/>
                  </a:cubicBezTo>
                  <a:cubicBezTo>
                    <a:pt x="215" y="215"/>
                    <a:pt x="215" y="108"/>
                    <a:pt x="215" y="108"/>
                  </a:cubicBez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47"/>
            <p:cNvSpPr/>
            <p:nvPr/>
          </p:nvSpPr>
          <p:spPr>
            <a:xfrm>
              <a:off x="3402148" y="3315997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1"/>
                  </a:moveTo>
                  <a:cubicBezTo>
                    <a:pt x="1" y="1"/>
                    <a:pt x="1" y="108"/>
                    <a:pt x="1" y="108"/>
                  </a:cubicBezTo>
                  <a:cubicBezTo>
                    <a:pt x="1" y="108"/>
                    <a:pt x="1" y="215"/>
                    <a:pt x="108" y="215"/>
                  </a:cubicBezTo>
                  <a:lnTo>
                    <a:pt x="215" y="108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47"/>
            <p:cNvSpPr/>
            <p:nvPr/>
          </p:nvSpPr>
          <p:spPr>
            <a:xfrm>
              <a:off x="2878829" y="3461281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0"/>
                  </a:moveTo>
                  <a:cubicBezTo>
                    <a:pt x="135" y="0"/>
                    <a:pt x="1" y="0"/>
                    <a:pt x="1" y="107"/>
                  </a:cubicBezTo>
                  <a:lnTo>
                    <a:pt x="135" y="214"/>
                  </a:lnTo>
                  <a:lnTo>
                    <a:pt x="242" y="107"/>
                  </a:lnTo>
                  <a:cubicBezTo>
                    <a:pt x="242" y="0"/>
                    <a:pt x="135" y="0"/>
                    <a:pt x="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47"/>
            <p:cNvSpPr/>
            <p:nvPr/>
          </p:nvSpPr>
          <p:spPr>
            <a:xfrm>
              <a:off x="3056668" y="3461281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0"/>
                  </a:moveTo>
                  <a:cubicBezTo>
                    <a:pt x="0" y="0"/>
                    <a:pt x="0" y="0"/>
                    <a:pt x="0" y="107"/>
                  </a:cubicBezTo>
                  <a:lnTo>
                    <a:pt x="0" y="214"/>
                  </a:lnTo>
                  <a:cubicBezTo>
                    <a:pt x="107" y="214"/>
                    <a:pt x="107" y="107"/>
                    <a:pt x="107" y="107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7"/>
            <p:cNvSpPr/>
            <p:nvPr/>
          </p:nvSpPr>
          <p:spPr>
            <a:xfrm>
              <a:off x="3224403" y="3461281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08" y="0"/>
                    <a:pt x="0" y="0"/>
                    <a:pt x="0" y="107"/>
                  </a:cubicBezTo>
                  <a:cubicBezTo>
                    <a:pt x="108" y="107"/>
                    <a:pt x="108" y="107"/>
                    <a:pt x="108" y="214"/>
                  </a:cubicBezTo>
                  <a:cubicBezTo>
                    <a:pt x="215" y="214"/>
                    <a:pt x="215" y="107"/>
                    <a:pt x="215" y="107"/>
                  </a:cubicBezTo>
                  <a:cubicBezTo>
                    <a:pt x="215" y="0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7"/>
            <p:cNvSpPr/>
            <p:nvPr/>
          </p:nvSpPr>
          <p:spPr>
            <a:xfrm>
              <a:off x="3402148" y="3461281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" y="0"/>
                    <a:pt x="1" y="0"/>
                    <a:pt x="1" y="107"/>
                  </a:cubicBezTo>
                  <a:cubicBezTo>
                    <a:pt x="1" y="107"/>
                    <a:pt x="1" y="214"/>
                    <a:pt x="108" y="214"/>
                  </a:cubicBezTo>
                  <a:lnTo>
                    <a:pt x="215" y="107"/>
                  </a:lnTo>
                  <a:cubicBezTo>
                    <a:pt x="215" y="0"/>
                    <a:pt x="108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7"/>
            <p:cNvSpPr/>
            <p:nvPr/>
          </p:nvSpPr>
          <p:spPr>
            <a:xfrm>
              <a:off x="2878829" y="3606470"/>
              <a:ext cx="22639" cy="10103"/>
            </a:xfrm>
            <a:custGeom>
              <a:avLst/>
              <a:gdLst/>
              <a:ahLst/>
              <a:cxnLst/>
              <a:rect l="l" t="t" r="r" b="b"/>
              <a:pathLst>
                <a:path w="242" h="108" extrusionOk="0">
                  <a:moveTo>
                    <a:pt x="135" y="1"/>
                  </a:moveTo>
                  <a:cubicBezTo>
                    <a:pt x="135" y="1"/>
                    <a:pt x="1" y="1"/>
                    <a:pt x="1" y="108"/>
                  </a:cubicBezTo>
                  <a:lnTo>
                    <a:pt x="242" y="108"/>
                  </a:lnTo>
                  <a:cubicBezTo>
                    <a:pt x="242" y="1"/>
                    <a:pt x="135" y="1"/>
                    <a:pt x="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7"/>
            <p:cNvSpPr/>
            <p:nvPr/>
          </p:nvSpPr>
          <p:spPr>
            <a:xfrm>
              <a:off x="3056668" y="3606470"/>
              <a:ext cx="10103" cy="15342"/>
            </a:xfrm>
            <a:custGeom>
              <a:avLst/>
              <a:gdLst/>
              <a:ahLst/>
              <a:cxnLst/>
              <a:rect l="l" t="t" r="r" b="b"/>
              <a:pathLst>
                <a:path w="108" h="164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cubicBezTo>
                    <a:pt x="32" y="148"/>
                    <a:pt x="55" y="164"/>
                    <a:pt x="70" y="164"/>
                  </a:cubicBezTo>
                  <a:cubicBezTo>
                    <a:pt x="107" y="164"/>
                    <a:pt x="107" y="76"/>
                    <a:pt x="1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7"/>
            <p:cNvSpPr/>
            <p:nvPr/>
          </p:nvSpPr>
          <p:spPr>
            <a:xfrm>
              <a:off x="3224403" y="3606470"/>
              <a:ext cx="20113" cy="15342"/>
            </a:xfrm>
            <a:custGeom>
              <a:avLst/>
              <a:gdLst/>
              <a:ahLst/>
              <a:cxnLst/>
              <a:rect l="l" t="t" r="r" b="b"/>
              <a:pathLst>
                <a:path w="215" h="164" extrusionOk="0">
                  <a:moveTo>
                    <a:pt x="108" y="1"/>
                  </a:moveTo>
                  <a:cubicBezTo>
                    <a:pt x="108" y="1"/>
                    <a:pt x="0" y="1"/>
                    <a:pt x="0" y="108"/>
                  </a:cubicBezTo>
                  <a:lnTo>
                    <a:pt x="108" y="108"/>
                  </a:lnTo>
                  <a:cubicBezTo>
                    <a:pt x="140" y="148"/>
                    <a:pt x="162" y="164"/>
                    <a:pt x="178" y="164"/>
                  </a:cubicBezTo>
                  <a:cubicBezTo>
                    <a:pt x="215" y="164"/>
                    <a:pt x="215" y="76"/>
                    <a:pt x="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7"/>
            <p:cNvSpPr/>
            <p:nvPr/>
          </p:nvSpPr>
          <p:spPr>
            <a:xfrm>
              <a:off x="3402148" y="3606470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108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7"/>
            <p:cNvSpPr/>
            <p:nvPr/>
          </p:nvSpPr>
          <p:spPr>
            <a:xfrm>
              <a:off x="2878829" y="3754186"/>
              <a:ext cx="22639" cy="10103"/>
            </a:xfrm>
            <a:custGeom>
              <a:avLst/>
              <a:gdLst/>
              <a:ahLst/>
              <a:cxnLst/>
              <a:rect l="l" t="t" r="r" b="b"/>
              <a:pathLst>
                <a:path w="242" h="108" extrusionOk="0">
                  <a:moveTo>
                    <a:pt x="135" y="1"/>
                  </a:moveTo>
                  <a:cubicBezTo>
                    <a:pt x="135" y="1"/>
                    <a:pt x="1" y="1"/>
                    <a:pt x="1" y="108"/>
                  </a:cubicBezTo>
                  <a:lnTo>
                    <a:pt x="242" y="108"/>
                  </a:lnTo>
                  <a:cubicBezTo>
                    <a:pt x="242" y="1"/>
                    <a:pt x="135" y="1"/>
                    <a:pt x="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7"/>
            <p:cNvSpPr/>
            <p:nvPr/>
          </p:nvSpPr>
          <p:spPr>
            <a:xfrm>
              <a:off x="3056668" y="3754186"/>
              <a:ext cx="10103" cy="10103"/>
            </a:xfrm>
            <a:custGeom>
              <a:avLst/>
              <a:gdLst/>
              <a:ahLst/>
              <a:cxnLst/>
              <a:rect l="l" t="t" r="r" b="b"/>
              <a:pathLst>
                <a:path w="108" h="108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lnTo>
                    <a:pt x="107" y="10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7"/>
            <p:cNvSpPr/>
            <p:nvPr/>
          </p:nvSpPr>
          <p:spPr>
            <a:xfrm>
              <a:off x="3224403" y="3754186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08" y="1"/>
                    <a:pt x="0" y="1"/>
                    <a:pt x="0" y="108"/>
                  </a:cubicBezTo>
                  <a:lnTo>
                    <a:pt x="215" y="108"/>
                  </a:ln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7"/>
            <p:cNvSpPr/>
            <p:nvPr/>
          </p:nvSpPr>
          <p:spPr>
            <a:xfrm>
              <a:off x="3402148" y="3754186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108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2" name="Google Shape;942;p47"/>
          <p:cNvGrpSpPr/>
          <p:nvPr/>
        </p:nvGrpSpPr>
        <p:grpSpPr>
          <a:xfrm>
            <a:off x="449509" y="368055"/>
            <a:ext cx="541000" cy="741197"/>
            <a:chOff x="1148622" y="1207755"/>
            <a:chExt cx="541000" cy="741197"/>
          </a:xfrm>
        </p:grpSpPr>
        <p:sp>
          <p:nvSpPr>
            <p:cNvPr id="943" name="Google Shape;943;p47"/>
            <p:cNvSpPr/>
            <p:nvPr/>
          </p:nvSpPr>
          <p:spPr>
            <a:xfrm>
              <a:off x="1148622" y="1207755"/>
              <a:ext cx="20113" cy="14500"/>
            </a:xfrm>
            <a:custGeom>
              <a:avLst/>
              <a:gdLst/>
              <a:ahLst/>
              <a:cxnLst/>
              <a:rect l="l" t="t" r="r" b="b"/>
              <a:pathLst>
                <a:path w="215" h="155" extrusionOk="0">
                  <a:moveTo>
                    <a:pt x="108" y="0"/>
                  </a:moveTo>
                  <a:cubicBezTo>
                    <a:pt x="108" y="0"/>
                    <a:pt x="1" y="0"/>
                    <a:pt x="1" y="107"/>
                  </a:cubicBezTo>
                  <a:lnTo>
                    <a:pt x="108" y="107"/>
                  </a:lnTo>
                  <a:cubicBezTo>
                    <a:pt x="143" y="143"/>
                    <a:pt x="167" y="155"/>
                    <a:pt x="183" y="155"/>
                  </a:cubicBezTo>
                  <a:cubicBezTo>
                    <a:pt x="215" y="155"/>
                    <a:pt x="215" y="107"/>
                    <a:pt x="215" y="107"/>
                  </a:cubicBezTo>
                  <a:cubicBezTo>
                    <a:pt x="215" y="0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7"/>
            <p:cNvSpPr/>
            <p:nvPr/>
          </p:nvSpPr>
          <p:spPr>
            <a:xfrm>
              <a:off x="1326461" y="1207755"/>
              <a:ext cx="20113" cy="14500"/>
            </a:xfrm>
            <a:custGeom>
              <a:avLst/>
              <a:gdLst/>
              <a:ahLst/>
              <a:cxnLst/>
              <a:rect l="l" t="t" r="r" b="b"/>
              <a:pathLst>
                <a:path w="215" h="155" extrusionOk="0">
                  <a:moveTo>
                    <a:pt x="107" y="0"/>
                  </a:moveTo>
                  <a:cubicBezTo>
                    <a:pt x="0" y="0"/>
                    <a:pt x="0" y="0"/>
                    <a:pt x="0" y="107"/>
                  </a:cubicBezTo>
                  <a:lnTo>
                    <a:pt x="107" y="107"/>
                  </a:lnTo>
                  <a:cubicBezTo>
                    <a:pt x="107" y="143"/>
                    <a:pt x="119" y="155"/>
                    <a:pt x="135" y="155"/>
                  </a:cubicBezTo>
                  <a:cubicBezTo>
                    <a:pt x="167" y="155"/>
                    <a:pt x="214" y="107"/>
                    <a:pt x="214" y="107"/>
                  </a:cubicBezTo>
                  <a:cubicBezTo>
                    <a:pt x="214" y="0"/>
                    <a:pt x="107" y="0"/>
                    <a:pt x="1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7"/>
            <p:cNvSpPr/>
            <p:nvPr/>
          </p:nvSpPr>
          <p:spPr>
            <a:xfrm>
              <a:off x="1501680" y="1207755"/>
              <a:ext cx="12629" cy="20113"/>
            </a:xfrm>
            <a:custGeom>
              <a:avLst/>
              <a:gdLst/>
              <a:ahLst/>
              <a:cxnLst/>
              <a:rect l="l" t="t" r="r" b="b"/>
              <a:pathLst>
                <a:path w="135" h="215" extrusionOk="0">
                  <a:moveTo>
                    <a:pt x="135" y="0"/>
                  </a:moveTo>
                  <a:cubicBezTo>
                    <a:pt x="1" y="0"/>
                    <a:pt x="1" y="0"/>
                    <a:pt x="1" y="107"/>
                  </a:cubicBezTo>
                  <a:cubicBezTo>
                    <a:pt x="1" y="107"/>
                    <a:pt x="1" y="214"/>
                    <a:pt x="135" y="214"/>
                  </a:cubicBezTo>
                  <a:lnTo>
                    <a:pt x="135" y="107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7"/>
            <p:cNvSpPr/>
            <p:nvPr/>
          </p:nvSpPr>
          <p:spPr>
            <a:xfrm>
              <a:off x="1669415" y="1207755"/>
              <a:ext cx="20207" cy="14500"/>
            </a:xfrm>
            <a:custGeom>
              <a:avLst/>
              <a:gdLst/>
              <a:ahLst/>
              <a:cxnLst/>
              <a:rect l="l" t="t" r="r" b="b"/>
              <a:pathLst>
                <a:path w="216" h="155" extrusionOk="0">
                  <a:moveTo>
                    <a:pt x="108" y="0"/>
                  </a:moveTo>
                  <a:cubicBezTo>
                    <a:pt x="108" y="0"/>
                    <a:pt x="1" y="0"/>
                    <a:pt x="1" y="107"/>
                  </a:cubicBezTo>
                  <a:lnTo>
                    <a:pt x="108" y="107"/>
                  </a:lnTo>
                  <a:cubicBezTo>
                    <a:pt x="144" y="143"/>
                    <a:pt x="168" y="155"/>
                    <a:pt x="183" y="155"/>
                  </a:cubicBezTo>
                  <a:cubicBezTo>
                    <a:pt x="215" y="155"/>
                    <a:pt x="215" y="107"/>
                    <a:pt x="215" y="107"/>
                  </a:cubicBezTo>
                  <a:cubicBezTo>
                    <a:pt x="215" y="0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7"/>
            <p:cNvSpPr/>
            <p:nvPr/>
          </p:nvSpPr>
          <p:spPr>
            <a:xfrm>
              <a:off x="1148622" y="1352944"/>
              <a:ext cx="20113" cy="15342"/>
            </a:xfrm>
            <a:custGeom>
              <a:avLst/>
              <a:gdLst/>
              <a:ahLst/>
              <a:cxnLst/>
              <a:rect l="l" t="t" r="r" b="b"/>
              <a:pathLst>
                <a:path w="215" h="164" extrusionOk="0">
                  <a:moveTo>
                    <a:pt x="108" y="1"/>
                  </a:moveTo>
                  <a:cubicBezTo>
                    <a:pt x="108" y="1"/>
                    <a:pt x="1" y="1"/>
                    <a:pt x="1" y="108"/>
                  </a:cubicBezTo>
                  <a:lnTo>
                    <a:pt x="108" y="108"/>
                  </a:lnTo>
                  <a:cubicBezTo>
                    <a:pt x="140" y="148"/>
                    <a:pt x="162" y="164"/>
                    <a:pt x="178" y="164"/>
                  </a:cubicBezTo>
                  <a:cubicBezTo>
                    <a:pt x="215" y="164"/>
                    <a:pt x="215" y="76"/>
                    <a:pt x="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47"/>
            <p:cNvSpPr/>
            <p:nvPr/>
          </p:nvSpPr>
          <p:spPr>
            <a:xfrm>
              <a:off x="1326461" y="1352944"/>
              <a:ext cx="20113" cy="15342"/>
            </a:xfrm>
            <a:custGeom>
              <a:avLst/>
              <a:gdLst/>
              <a:ahLst/>
              <a:cxnLst/>
              <a:rect l="l" t="t" r="r" b="b"/>
              <a:pathLst>
                <a:path w="215" h="164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lnTo>
                    <a:pt x="107" y="108"/>
                  </a:lnTo>
                  <a:cubicBezTo>
                    <a:pt x="107" y="148"/>
                    <a:pt x="117" y="164"/>
                    <a:pt x="130" y="164"/>
                  </a:cubicBezTo>
                  <a:cubicBezTo>
                    <a:pt x="162" y="164"/>
                    <a:pt x="214" y="76"/>
                    <a:pt x="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47"/>
            <p:cNvSpPr/>
            <p:nvPr/>
          </p:nvSpPr>
          <p:spPr>
            <a:xfrm>
              <a:off x="1501680" y="1352944"/>
              <a:ext cx="12629" cy="10103"/>
            </a:xfrm>
            <a:custGeom>
              <a:avLst/>
              <a:gdLst/>
              <a:ahLst/>
              <a:cxnLst/>
              <a:rect l="l" t="t" r="r" b="b"/>
              <a:pathLst>
                <a:path w="135" h="108" extrusionOk="0">
                  <a:moveTo>
                    <a:pt x="135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135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47"/>
            <p:cNvSpPr/>
            <p:nvPr/>
          </p:nvSpPr>
          <p:spPr>
            <a:xfrm>
              <a:off x="1669415" y="1352944"/>
              <a:ext cx="20207" cy="15342"/>
            </a:xfrm>
            <a:custGeom>
              <a:avLst/>
              <a:gdLst/>
              <a:ahLst/>
              <a:cxnLst/>
              <a:rect l="l" t="t" r="r" b="b"/>
              <a:pathLst>
                <a:path w="216" h="164" extrusionOk="0">
                  <a:moveTo>
                    <a:pt x="108" y="1"/>
                  </a:moveTo>
                  <a:cubicBezTo>
                    <a:pt x="108" y="1"/>
                    <a:pt x="1" y="1"/>
                    <a:pt x="1" y="108"/>
                  </a:cubicBezTo>
                  <a:lnTo>
                    <a:pt x="108" y="108"/>
                  </a:lnTo>
                  <a:cubicBezTo>
                    <a:pt x="140" y="148"/>
                    <a:pt x="163" y="164"/>
                    <a:pt x="178" y="164"/>
                  </a:cubicBezTo>
                  <a:cubicBezTo>
                    <a:pt x="215" y="164"/>
                    <a:pt x="215" y="76"/>
                    <a:pt x="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47"/>
            <p:cNvSpPr/>
            <p:nvPr/>
          </p:nvSpPr>
          <p:spPr>
            <a:xfrm>
              <a:off x="1148622" y="1500660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08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47"/>
            <p:cNvSpPr/>
            <p:nvPr/>
          </p:nvSpPr>
          <p:spPr>
            <a:xfrm>
              <a:off x="1326461" y="1500660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lnTo>
                    <a:pt x="214" y="108"/>
                  </a:lnTo>
                  <a:cubicBezTo>
                    <a:pt x="214" y="1"/>
                    <a:pt x="107" y="1"/>
                    <a:pt x="1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7"/>
            <p:cNvSpPr/>
            <p:nvPr/>
          </p:nvSpPr>
          <p:spPr>
            <a:xfrm>
              <a:off x="1501680" y="1500660"/>
              <a:ext cx="12629" cy="10103"/>
            </a:xfrm>
            <a:custGeom>
              <a:avLst/>
              <a:gdLst/>
              <a:ahLst/>
              <a:cxnLst/>
              <a:rect l="l" t="t" r="r" b="b"/>
              <a:pathLst>
                <a:path w="135" h="108" extrusionOk="0">
                  <a:moveTo>
                    <a:pt x="135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135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7"/>
            <p:cNvSpPr/>
            <p:nvPr/>
          </p:nvSpPr>
          <p:spPr>
            <a:xfrm>
              <a:off x="1669415" y="1500660"/>
              <a:ext cx="20207" cy="10103"/>
            </a:xfrm>
            <a:custGeom>
              <a:avLst/>
              <a:gdLst/>
              <a:ahLst/>
              <a:cxnLst/>
              <a:rect l="l" t="t" r="r" b="b"/>
              <a:pathLst>
                <a:path w="216" h="108" extrusionOk="0">
                  <a:moveTo>
                    <a:pt x="108" y="1"/>
                  </a:moveTo>
                  <a:cubicBezTo>
                    <a:pt x="108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7"/>
            <p:cNvSpPr/>
            <p:nvPr/>
          </p:nvSpPr>
          <p:spPr>
            <a:xfrm>
              <a:off x="1148622" y="1645943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" y="0"/>
                  </a:moveTo>
                  <a:cubicBezTo>
                    <a:pt x="1" y="107"/>
                    <a:pt x="108" y="107"/>
                    <a:pt x="108" y="107"/>
                  </a:cubicBezTo>
                  <a:cubicBezTo>
                    <a:pt x="215" y="107"/>
                    <a:pt x="215" y="107"/>
                    <a:pt x="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7"/>
            <p:cNvSpPr/>
            <p:nvPr/>
          </p:nvSpPr>
          <p:spPr>
            <a:xfrm>
              <a:off x="1326461" y="1645943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0" y="0"/>
                  </a:moveTo>
                  <a:cubicBezTo>
                    <a:pt x="0" y="107"/>
                    <a:pt x="0" y="107"/>
                    <a:pt x="107" y="107"/>
                  </a:cubicBezTo>
                  <a:cubicBezTo>
                    <a:pt x="107" y="107"/>
                    <a:pt x="214" y="107"/>
                    <a:pt x="2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7"/>
            <p:cNvSpPr/>
            <p:nvPr/>
          </p:nvSpPr>
          <p:spPr>
            <a:xfrm>
              <a:off x="1501680" y="1645943"/>
              <a:ext cx="12629" cy="10103"/>
            </a:xfrm>
            <a:custGeom>
              <a:avLst/>
              <a:gdLst/>
              <a:ahLst/>
              <a:cxnLst/>
              <a:rect l="l" t="t" r="r" b="b"/>
              <a:pathLst>
                <a:path w="135" h="108" extrusionOk="0">
                  <a:moveTo>
                    <a:pt x="1" y="0"/>
                  </a:moveTo>
                  <a:cubicBezTo>
                    <a:pt x="1" y="107"/>
                    <a:pt x="1" y="107"/>
                    <a:pt x="135" y="107"/>
                  </a:cubicBezTo>
                  <a:lnTo>
                    <a:pt x="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7"/>
            <p:cNvSpPr/>
            <p:nvPr/>
          </p:nvSpPr>
          <p:spPr>
            <a:xfrm>
              <a:off x="1669415" y="1645943"/>
              <a:ext cx="20207" cy="10103"/>
            </a:xfrm>
            <a:custGeom>
              <a:avLst/>
              <a:gdLst/>
              <a:ahLst/>
              <a:cxnLst/>
              <a:rect l="l" t="t" r="r" b="b"/>
              <a:pathLst>
                <a:path w="216" h="108" extrusionOk="0">
                  <a:moveTo>
                    <a:pt x="1" y="0"/>
                  </a:moveTo>
                  <a:cubicBezTo>
                    <a:pt x="1" y="107"/>
                    <a:pt x="108" y="107"/>
                    <a:pt x="108" y="107"/>
                  </a:cubicBezTo>
                  <a:cubicBezTo>
                    <a:pt x="215" y="107"/>
                    <a:pt x="215" y="107"/>
                    <a:pt x="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47"/>
            <p:cNvSpPr/>
            <p:nvPr/>
          </p:nvSpPr>
          <p:spPr>
            <a:xfrm>
              <a:off x="1148622" y="1787016"/>
              <a:ext cx="20113" cy="14220"/>
            </a:xfrm>
            <a:custGeom>
              <a:avLst/>
              <a:gdLst/>
              <a:ahLst/>
              <a:cxnLst/>
              <a:rect l="l" t="t" r="r" b="b"/>
              <a:pathLst>
                <a:path w="215" h="152" extrusionOk="0">
                  <a:moveTo>
                    <a:pt x="86" y="0"/>
                  </a:moveTo>
                  <a:cubicBezTo>
                    <a:pt x="54" y="0"/>
                    <a:pt x="1" y="76"/>
                    <a:pt x="1" y="152"/>
                  </a:cubicBezTo>
                  <a:lnTo>
                    <a:pt x="108" y="152"/>
                  </a:lnTo>
                  <a:cubicBezTo>
                    <a:pt x="215" y="152"/>
                    <a:pt x="215" y="152"/>
                    <a:pt x="215" y="45"/>
                  </a:cubicBezTo>
                  <a:lnTo>
                    <a:pt x="108" y="45"/>
                  </a:lnTo>
                  <a:cubicBezTo>
                    <a:pt x="108" y="13"/>
                    <a:pt x="99" y="0"/>
                    <a:pt x="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47"/>
            <p:cNvSpPr/>
            <p:nvPr/>
          </p:nvSpPr>
          <p:spPr>
            <a:xfrm>
              <a:off x="1326461" y="1787016"/>
              <a:ext cx="20113" cy="14220"/>
            </a:xfrm>
            <a:custGeom>
              <a:avLst/>
              <a:gdLst/>
              <a:ahLst/>
              <a:cxnLst/>
              <a:rect l="l" t="t" r="r" b="b"/>
              <a:pathLst>
                <a:path w="215" h="152" extrusionOk="0">
                  <a:moveTo>
                    <a:pt x="38" y="0"/>
                  </a:moveTo>
                  <a:cubicBezTo>
                    <a:pt x="0" y="0"/>
                    <a:pt x="0" y="76"/>
                    <a:pt x="0" y="152"/>
                  </a:cubicBezTo>
                  <a:lnTo>
                    <a:pt x="107" y="152"/>
                  </a:lnTo>
                  <a:cubicBezTo>
                    <a:pt x="107" y="152"/>
                    <a:pt x="214" y="152"/>
                    <a:pt x="214" y="45"/>
                  </a:cubicBezTo>
                  <a:lnTo>
                    <a:pt x="107" y="45"/>
                  </a:lnTo>
                  <a:cubicBezTo>
                    <a:pt x="76" y="13"/>
                    <a:pt x="54" y="0"/>
                    <a:pt x="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47"/>
            <p:cNvSpPr/>
            <p:nvPr/>
          </p:nvSpPr>
          <p:spPr>
            <a:xfrm>
              <a:off x="1501680" y="1791132"/>
              <a:ext cx="12629" cy="10103"/>
            </a:xfrm>
            <a:custGeom>
              <a:avLst/>
              <a:gdLst/>
              <a:ahLst/>
              <a:cxnLst/>
              <a:rect l="l" t="t" r="r" b="b"/>
              <a:pathLst>
                <a:path w="135" h="108" extrusionOk="0">
                  <a:moveTo>
                    <a:pt x="1" y="1"/>
                  </a:moveTo>
                  <a:cubicBezTo>
                    <a:pt x="1" y="108"/>
                    <a:pt x="1" y="108"/>
                    <a:pt x="135" y="108"/>
                  </a:cubicBez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47"/>
            <p:cNvSpPr/>
            <p:nvPr/>
          </p:nvSpPr>
          <p:spPr>
            <a:xfrm>
              <a:off x="1669415" y="1787016"/>
              <a:ext cx="20207" cy="14220"/>
            </a:xfrm>
            <a:custGeom>
              <a:avLst/>
              <a:gdLst/>
              <a:ahLst/>
              <a:cxnLst/>
              <a:rect l="l" t="t" r="r" b="b"/>
              <a:pathLst>
                <a:path w="216" h="152" extrusionOk="0">
                  <a:moveTo>
                    <a:pt x="86" y="0"/>
                  </a:moveTo>
                  <a:cubicBezTo>
                    <a:pt x="55" y="0"/>
                    <a:pt x="1" y="76"/>
                    <a:pt x="1" y="152"/>
                  </a:cubicBezTo>
                  <a:lnTo>
                    <a:pt x="108" y="152"/>
                  </a:lnTo>
                  <a:cubicBezTo>
                    <a:pt x="215" y="152"/>
                    <a:pt x="215" y="152"/>
                    <a:pt x="215" y="45"/>
                  </a:cubicBezTo>
                  <a:lnTo>
                    <a:pt x="108" y="45"/>
                  </a:lnTo>
                  <a:cubicBezTo>
                    <a:pt x="108" y="13"/>
                    <a:pt x="99" y="0"/>
                    <a:pt x="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47"/>
            <p:cNvSpPr/>
            <p:nvPr/>
          </p:nvSpPr>
          <p:spPr>
            <a:xfrm>
              <a:off x="1148622" y="1926312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8" y="1"/>
                  </a:moveTo>
                  <a:lnTo>
                    <a:pt x="1" y="135"/>
                  </a:lnTo>
                  <a:lnTo>
                    <a:pt x="108" y="242"/>
                  </a:lnTo>
                  <a:cubicBezTo>
                    <a:pt x="215" y="242"/>
                    <a:pt x="215" y="242"/>
                    <a:pt x="215" y="135"/>
                  </a:cubicBez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47"/>
            <p:cNvSpPr/>
            <p:nvPr/>
          </p:nvSpPr>
          <p:spPr>
            <a:xfrm>
              <a:off x="1326461" y="1926312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7" y="1"/>
                  </a:moveTo>
                  <a:cubicBezTo>
                    <a:pt x="0" y="1"/>
                    <a:pt x="0" y="135"/>
                    <a:pt x="0" y="135"/>
                  </a:cubicBezTo>
                  <a:cubicBezTo>
                    <a:pt x="0" y="242"/>
                    <a:pt x="0" y="242"/>
                    <a:pt x="107" y="242"/>
                  </a:cubicBezTo>
                  <a:cubicBezTo>
                    <a:pt x="107" y="242"/>
                    <a:pt x="214" y="242"/>
                    <a:pt x="214" y="135"/>
                  </a:cubicBezTo>
                  <a:cubicBezTo>
                    <a:pt x="214" y="135"/>
                    <a:pt x="107" y="135"/>
                    <a:pt x="1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47"/>
            <p:cNvSpPr/>
            <p:nvPr/>
          </p:nvSpPr>
          <p:spPr>
            <a:xfrm>
              <a:off x="1501680" y="1926312"/>
              <a:ext cx="12629" cy="22639"/>
            </a:xfrm>
            <a:custGeom>
              <a:avLst/>
              <a:gdLst/>
              <a:ahLst/>
              <a:cxnLst/>
              <a:rect l="l" t="t" r="r" b="b"/>
              <a:pathLst>
                <a:path w="135" h="242" extrusionOk="0">
                  <a:moveTo>
                    <a:pt x="135" y="1"/>
                  </a:moveTo>
                  <a:cubicBezTo>
                    <a:pt x="1" y="1"/>
                    <a:pt x="1" y="135"/>
                    <a:pt x="1" y="135"/>
                  </a:cubicBezTo>
                  <a:cubicBezTo>
                    <a:pt x="1" y="242"/>
                    <a:pt x="1" y="242"/>
                    <a:pt x="135" y="242"/>
                  </a:cubicBezTo>
                  <a:lnTo>
                    <a:pt x="135" y="135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47"/>
            <p:cNvSpPr/>
            <p:nvPr/>
          </p:nvSpPr>
          <p:spPr>
            <a:xfrm>
              <a:off x="1669415" y="1926312"/>
              <a:ext cx="20207" cy="22639"/>
            </a:xfrm>
            <a:custGeom>
              <a:avLst/>
              <a:gdLst/>
              <a:ahLst/>
              <a:cxnLst/>
              <a:rect l="l" t="t" r="r" b="b"/>
              <a:pathLst>
                <a:path w="216" h="242" extrusionOk="0">
                  <a:moveTo>
                    <a:pt x="108" y="1"/>
                  </a:moveTo>
                  <a:lnTo>
                    <a:pt x="1" y="135"/>
                  </a:lnTo>
                  <a:cubicBezTo>
                    <a:pt x="1" y="242"/>
                    <a:pt x="108" y="242"/>
                    <a:pt x="108" y="242"/>
                  </a:cubicBezTo>
                  <a:cubicBezTo>
                    <a:pt x="215" y="242"/>
                    <a:pt x="215" y="242"/>
                    <a:pt x="215" y="135"/>
                  </a:cubicBez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7" name="Google Shape;967;p47"/>
          <p:cNvGrpSpPr/>
          <p:nvPr/>
        </p:nvGrpSpPr>
        <p:grpSpPr>
          <a:xfrm>
            <a:off x="7285354" y="4606955"/>
            <a:ext cx="543432" cy="741197"/>
            <a:chOff x="2878829" y="3023092"/>
            <a:chExt cx="543432" cy="741197"/>
          </a:xfrm>
        </p:grpSpPr>
        <p:sp>
          <p:nvSpPr>
            <p:cNvPr id="968" name="Google Shape;968;p47"/>
            <p:cNvSpPr/>
            <p:nvPr/>
          </p:nvSpPr>
          <p:spPr>
            <a:xfrm>
              <a:off x="2878829" y="3023092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0"/>
                  </a:moveTo>
                  <a:lnTo>
                    <a:pt x="1" y="107"/>
                  </a:lnTo>
                  <a:cubicBezTo>
                    <a:pt x="1" y="214"/>
                    <a:pt x="135" y="214"/>
                    <a:pt x="135" y="214"/>
                  </a:cubicBezTo>
                  <a:cubicBezTo>
                    <a:pt x="135" y="214"/>
                    <a:pt x="242" y="214"/>
                    <a:pt x="242" y="107"/>
                  </a:cubicBezTo>
                  <a:lnTo>
                    <a:pt x="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47"/>
            <p:cNvSpPr/>
            <p:nvPr/>
          </p:nvSpPr>
          <p:spPr>
            <a:xfrm>
              <a:off x="3056668" y="3023092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0"/>
                  </a:moveTo>
                  <a:cubicBezTo>
                    <a:pt x="0" y="0"/>
                    <a:pt x="0" y="107"/>
                    <a:pt x="0" y="107"/>
                  </a:cubicBezTo>
                  <a:lnTo>
                    <a:pt x="0" y="214"/>
                  </a:lnTo>
                  <a:cubicBezTo>
                    <a:pt x="107" y="214"/>
                    <a:pt x="107" y="214"/>
                    <a:pt x="107" y="107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47"/>
            <p:cNvSpPr/>
            <p:nvPr/>
          </p:nvSpPr>
          <p:spPr>
            <a:xfrm>
              <a:off x="3224403" y="3023092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lnTo>
                    <a:pt x="0" y="107"/>
                  </a:lnTo>
                  <a:lnTo>
                    <a:pt x="108" y="214"/>
                  </a:lnTo>
                  <a:cubicBezTo>
                    <a:pt x="215" y="214"/>
                    <a:pt x="215" y="214"/>
                    <a:pt x="215" y="107"/>
                  </a:cubicBezTo>
                  <a:cubicBezTo>
                    <a:pt x="215" y="107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47"/>
            <p:cNvSpPr/>
            <p:nvPr/>
          </p:nvSpPr>
          <p:spPr>
            <a:xfrm>
              <a:off x="3402148" y="3023092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" y="0"/>
                    <a:pt x="1" y="107"/>
                    <a:pt x="1" y="107"/>
                  </a:cubicBezTo>
                  <a:cubicBezTo>
                    <a:pt x="1" y="214"/>
                    <a:pt x="1" y="214"/>
                    <a:pt x="108" y="214"/>
                  </a:cubicBezTo>
                  <a:cubicBezTo>
                    <a:pt x="108" y="214"/>
                    <a:pt x="215" y="214"/>
                    <a:pt x="215" y="107"/>
                  </a:cubicBezTo>
                  <a:lnTo>
                    <a:pt x="1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47"/>
            <p:cNvSpPr/>
            <p:nvPr/>
          </p:nvSpPr>
          <p:spPr>
            <a:xfrm>
              <a:off x="2878829" y="3168282"/>
              <a:ext cx="22639" cy="22639"/>
            </a:xfrm>
            <a:custGeom>
              <a:avLst/>
              <a:gdLst/>
              <a:ahLst/>
              <a:cxnLst/>
              <a:rect l="l" t="t" r="r" b="b"/>
              <a:pathLst>
                <a:path w="242" h="242" extrusionOk="0">
                  <a:moveTo>
                    <a:pt x="135" y="1"/>
                  </a:moveTo>
                  <a:lnTo>
                    <a:pt x="1" y="108"/>
                  </a:lnTo>
                  <a:lnTo>
                    <a:pt x="135" y="242"/>
                  </a:lnTo>
                  <a:lnTo>
                    <a:pt x="242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47"/>
            <p:cNvSpPr/>
            <p:nvPr/>
          </p:nvSpPr>
          <p:spPr>
            <a:xfrm>
              <a:off x="3056668" y="3168282"/>
              <a:ext cx="10103" cy="22639"/>
            </a:xfrm>
            <a:custGeom>
              <a:avLst/>
              <a:gdLst/>
              <a:ahLst/>
              <a:cxnLst/>
              <a:rect l="l" t="t" r="r" b="b"/>
              <a:pathLst>
                <a:path w="108" h="242" extrusionOk="0">
                  <a:moveTo>
                    <a:pt x="107" y="1"/>
                  </a:moveTo>
                  <a:cubicBezTo>
                    <a:pt x="0" y="1"/>
                    <a:pt x="0" y="108"/>
                    <a:pt x="0" y="108"/>
                  </a:cubicBezTo>
                  <a:cubicBezTo>
                    <a:pt x="0" y="108"/>
                    <a:pt x="0" y="242"/>
                    <a:pt x="107" y="242"/>
                  </a:cubicBezTo>
                  <a:lnTo>
                    <a:pt x="107" y="10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47"/>
            <p:cNvSpPr/>
            <p:nvPr/>
          </p:nvSpPr>
          <p:spPr>
            <a:xfrm>
              <a:off x="3224403" y="3168282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8" y="1"/>
                  </a:moveTo>
                  <a:lnTo>
                    <a:pt x="0" y="108"/>
                  </a:lnTo>
                  <a:lnTo>
                    <a:pt x="108" y="242"/>
                  </a:lnTo>
                  <a:cubicBezTo>
                    <a:pt x="215" y="242"/>
                    <a:pt x="215" y="108"/>
                    <a:pt x="215" y="108"/>
                  </a:cubicBezTo>
                  <a:cubicBezTo>
                    <a:pt x="215" y="108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47"/>
            <p:cNvSpPr/>
            <p:nvPr/>
          </p:nvSpPr>
          <p:spPr>
            <a:xfrm>
              <a:off x="3402148" y="3168282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8" y="1"/>
                  </a:moveTo>
                  <a:cubicBezTo>
                    <a:pt x="1" y="1"/>
                    <a:pt x="1" y="108"/>
                    <a:pt x="1" y="108"/>
                  </a:cubicBezTo>
                  <a:cubicBezTo>
                    <a:pt x="1" y="108"/>
                    <a:pt x="1" y="242"/>
                    <a:pt x="108" y="242"/>
                  </a:cubicBezTo>
                  <a:lnTo>
                    <a:pt x="215" y="108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7"/>
            <p:cNvSpPr/>
            <p:nvPr/>
          </p:nvSpPr>
          <p:spPr>
            <a:xfrm>
              <a:off x="2878829" y="3315997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1"/>
                  </a:moveTo>
                  <a:lnTo>
                    <a:pt x="1" y="108"/>
                  </a:lnTo>
                  <a:lnTo>
                    <a:pt x="135" y="215"/>
                  </a:lnTo>
                  <a:lnTo>
                    <a:pt x="242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7"/>
            <p:cNvSpPr/>
            <p:nvPr/>
          </p:nvSpPr>
          <p:spPr>
            <a:xfrm>
              <a:off x="3056668" y="3315997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1"/>
                  </a:moveTo>
                  <a:cubicBezTo>
                    <a:pt x="0" y="1"/>
                    <a:pt x="0" y="108"/>
                    <a:pt x="0" y="108"/>
                  </a:cubicBezTo>
                  <a:lnTo>
                    <a:pt x="0" y="215"/>
                  </a:lnTo>
                  <a:cubicBezTo>
                    <a:pt x="107" y="215"/>
                    <a:pt x="107" y="108"/>
                    <a:pt x="107" y="108"/>
                  </a:cubicBez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47"/>
            <p:cNvSpPr/>
            <p:nvPr/>
          </p:nvSpPr>
          <p:spPr>
            <a:xfrm>
              <a:off x="3224403" y="3315997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1"/>
                  </a:moveTo>
                  <a:lnTo>
                    <a:pt x="0" y="108"/>
                  </a:lnTo>
                  <a:cubicBezTo>
                    <a:pt x="108" y="108"/>
                    <a:pt x="108" y="215"/>
                    <a:pt x="108" y="215"/>
                  </a:cubicBezTo>
                  <a:cubicBezTo>
                    <a:pt x="215" y="215"/>
                    <a:pt x="215" y="108"/>
                    <a:pt x="215" y="108"/>
                  </a:cubicBez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7"/>
            <p:cNvSpPr/>
            <p:nvPr/>
          </p:nvSpPr>
          <p:spPr>
            <a:xfrm>
              <a:off x="3402148" y="3315997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1"/>
                  </a:moveTo>
                  <a:cubicBezTo>
                    <a:pt x="1" y="1"/>
                    <a:pt x="1" y="108"/>
                    <a:pt x="1" y="108"/>
                  </a:cubicBezTo>
                  <a:cubicBezTo>
                    <a:pt x="1" y="108"/>
                    <a:pt x="1" y="215"/>
                    <a:pt x="108" y="215"/>
                  </a:cubicBezTo>
                  <a:lnTo>
                    <a:pt x="215" y="108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47"/>
            <p:cNvSpPr/>
            <p:nvPr/>
          </p:nvSpPr>
          <p:spPr>
            <a:xfrm>
              <a:off x="2878829" y="3461281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0"/>
                  </a:moveTo>
                  <a:cubicBezTo>
                    <a:pt x="135" y="0"/>
                    <a:pt x="1" y="0"/>
                    <a:pt x="1" y="107"/>
                  </a:cubicBezTo>
                  <a:lnTo>
                    <a:pt x="135" y="214"/>
                  </a:lnTo>
                  <a:lnTo>
                    <a:pt x="242" y="107"/>
                  </a:lnTo>
                  <a:cubicBezTo>
                    <a:pt x="242" y="0"/>
                    <a:pt x="135" y="0"/>
                    <a:pt x="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47"/>
            <p:cNvSpPr/>
            <p:nvPr/>
          </p:nvSpPr>
          <p:spPr>
            <a:xfrm>
              <a:off x="3056668" y="3461281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0"/>
                  </a:moveTo>
                  <a:cubicBezTo>
                    <a:pt x="0" y="0"/>
                    <a:pt x="0" y="0"/>
                    <a:pt x="0" y="107"/>
                  </a:cubicBezTo>
                  <a:lnTo>
                    <a:pt x="0" y="214"/>
                  </a:lnTo>
                  <a:cubicBezTo>
                    <a:pt x="107" y="214"/>
                    <a:pt x="107" y="107"/>
                    <a:pt x="107" y="107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7"/>
            <p:cNvSpPr/>
            <p:nvPr/>
          </p:nvSpPr>
          <p:spPr>
            <a:xfrm>
              <a:off x="3224403" y="3461281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08" y="0"/>
                    <a:pt x="0" y="0"/>
                    <a:pt x="0" y="107"/>
                  </a:cubicBezTo>
                  <a:cubicBezTo>
                    <a:pt x="108" y="107"/>
                    <a:pt x="108" y="107"/>
                    <a:pt x="108" y="214"/>
                  </a:cubicBezTo>
                  <a:cubicBezTo>
                    <a:pt x="215" y="214"/>
                    <a:pt x="215" y="107"/>
                    <a:pt x="215" y="107"/>
                  </a:cubicBezTo>
                  <a:cubicBezTo>
                    <a:pt x="215" y="0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7"/>
            <p:cNvSpPr/>
            <p:nvPr/>
          </p:nvSpPr>
          <p:spPr>
            <a:xfrm>
              <a:off x="3402148" y="3461281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" y="0"/>
                    <a:pt x="1" y="0"/>
                    <a:pt x="1" y="107"/>
                  </a:cubicBezTo>
                  <a:cubicBezTo>
                    <a:pt x="1" y="107"/>
                    <a:pt x="1" y="214"/>
                    <a:pt x="108" y="214"/>
                  </a:cubicBezTo>
                  <a:lnTo>
                    <a:pt x="215" y="107"/>
                  </a:lnTo>
                  <a:cubicBezTo>
                    <a:pt x="215" y="0"/>
                    <a:pt x="108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47"/>
            <p:cNvSpPr/>
            <p:nvPr/>
          </p:nvSpPr>
          <p:spPr>
            <a:xfrm>
              <a:off x="2878829" y="3606470"/>
              <a:ext cx="22639" cy="10103"/>
            </a:xfrm>
            <a:custGeom>
              <a:avLst/>
              <a:gdLst/>
              <a:ahLst/>
              <a:cxnLst/>
              <a:rect l="l" t="t" r="r" b="b"/>
              <a:pathLst>
                <a:path w="242" h="108" extrusionOk="0">
                  <a:moveTo>
                    <a:pt x="135" y="1"/>
                  </a:moveTo>
                  <a:cubicBezTo>
                    <a:pt x="135" y="1"/>
                    <a:pt x="1" y="1"/>
                    <a:pt x="1" y="108"/>
                  </a:cubicBezTo>
                  <a:lnTo>
                    <a:pt x="242" y="108"/>
                  </a:lnTo>
                  <a:cubicBezTo>
                    <a:pt x="242" y="1"/>
                    <a:pt x="135" y="1"/>
                    <a:pt x="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47"/>
            <p:cNvSpPr/>
            <p:nvPr/>
          </p:nvSpPr>
          <p:spPr>
            <a:xfrm>
              <a:off x="3056668" y="3606470"/>
              <a:ext cx="10103" cy="15342"/>
            </a:xfrm>
            <a:custGeom>
              <a:avLst/>
              <a:gdLst/>
              <a:ahLst/>
              <a:cxnLst/>
              <a:rect l="l" t="t" r="r" b="b"/>
              <a:pathLst>
                <a:path w="108" h="164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cubicBezTo>
                    <a:pt x="32" y="148"/>
                    <a:pt x="55" y="164"/>
                    <a:pt x="70" y="164"/>
                  </a:cubicBezTo>
                  <a:cubicBezTo>
                    <a:pt x="107" y="164"/>
                    <a:pt x="107" y="76"/>
                    <a:pt x="1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47"/>
            <p:cNvSpPr/>
            <p:nvPr/>
          </p:nvSpPr>
          <p:spPr>
            <a:xfrm>
              <a:off x="3224403" y="3606470"/>
              <a:ext cx="20113" cy="15342"/>
            </a:xfrm>
            <a:custGeom>
              <a:avLst/>
              <a:gdLst/>
              <a:ahLst/>
              <a:cxnLst/>
              <a:rect l="l" t="t" r="r" b="b"/>
              <a:pathLst>
                <a:path w="215" h="164" extrusionOk="0">
                  <a:moveTo>
                    <a:pt x="108" y="1"/>
                  </a:moveTo>
                  <a:cubicBezTo>
                    <a:pt x="108" y="1"/>
                    <a:pt x="0" y="1"/>
                    <a:pt x="0" y="108"/>
                  </a:cubicBezTo>
                  <a:lnTo>
                    <a:pt x="108" y="108"/>
                  </a:lnTo>
                  <a:cubicBezTo>
                    <a:pt x="140" y="148"/>
                    <a:pt x="162" y="164"/>
                    <a:pt x="178" y="164"/>
                  </a:cubicBezTo>
                  <a:cubicBezTo>
                    <a:pt x="215" y="164"/>
                    <a:pt x="215" y="76"/>
                    <a:pt x="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47"/>
            <p:cNvSpPr/>
            <p:nvPr/>
          </p:nvSpPr>
          <p:spPr>
            <a:xfrm>
              <a:off x="3402148" y="3606470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108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47"/>
            <p:cNvSpPr/>
            <p:nvPr/>
          </p:nvSpPr>
          <p:spPr>
            <a:xfrm>
              <a:off x="2878829" y="3754186"/>
              <a:ext cx="22639" cy="10103"/>
            </a:xfrm>
            <a:custGeom>
              <a:avLst/>
              <a:gdLst/>
              <a:ahLst/>
              <a:cxnLst/>
              <a:rect l="l" t="t" r="r" b="b"/>
              <a:pathLst>
                <a:path w="242" h="108" extrusionOk="0">
                  <a:moveTo>
                    <a:pt x="135" y="1"/>
                  </a:moveTo>
                  <a:cubicBezTo>
                    <a:pt x="135" y="1"/>
                    <a:pt x="1" y="1"/>
                    <a:pt x="1" y="108"/>
                  </a:cubicBezTo>
                  <a:lnTo>
                    <a:pt x="242" y="108"/>
                  </a:lnTo>
                  <a:cubicBezTo>
                    <a:pt x="242" y="1"/>
                    <a:pt x="135" y="1"/>
                    <a:pt x="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47"/>
            <p:cNvSpPr/>
            <p:nvPr/>
          </p:nvSpPr>
          <p:spPr>
            <a:xfrm>
              <a:off x="3056668" y="3754186"/>
              <a:ext cx="10103" cy="10103"/>
            </a:xfrm>
            <a:custGeom>
              <a:avLst/>
              <a:gdLst/>
              <a:ahLst/>
              <a:cxnLst/>
              <a:rect l="l" t="t" r="r" b="b"/>
              <a:pathLst>
                <a:path w="108" h="108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lnTo>
                    <a:pt x="107" y="10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47"/>
            <p:cNvSpPr/>
            <p:nvPr/>
          </p:nvSpPr>
          <p:spPr>
            <a:xfrm>
              <a:off x="3224403" y="3754186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08" y="1"/>
                    <a:pt x="0" y="1"/>
                    <a:pt x="0" y="108"/>
                  </a:cubicBezTo>
                  <a:lnTo>
                    <a:pt x="215" y="108"/>
                  </a:ln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47"/>
            <p:cNvSpPr/>
            <p:nvPr/>
          </p:nvSpPr>
          <p:spPr>
            <a:xfrm>
              <a:off x="3402148" y="3754186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108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2" name="Google Shape;992;p47"/>
          <p:cNvGrpSpPr/>
          <p:nvPr/>
        </p:nvGrpSpPr>
        <p:grpSpPr>
          <a:xfrm flipH="1">
            <a:off x="2900567" y="285902"/>
            <a:ext cx="5932078" cy="4468002"/>
            <a:chOff x="4479125" y="1041049"/>
            <a:chExt cx="1877656" cy="1414283"/>
          </a:xfrm>
        </p:grpSpPr>
        <p:sp>
          <p:nvSpPr>
            <p:cNvPr id="993" name="Google Shape;993;p47"/>
            <p:cNvSpPr/>
            <p:nvPr/>
          </p:nvSpPr>
          <p:spPr>
            <a:xfrm>
              <a:off x="6274625" y="2374162"/>
              <a:ext cx="82156" cy="81170"/>
            </a:xfrm>
            <a:custGeom>
              <a:avLst/>
              <a:gdLst/>
              <a:ahLst/>
              <a:cxnLst/>
              <a:rect l="l" t="t" r="r" b="b"/>
              <a:pathLst>
                <a:path w="2142" h="2116" fill="none" extrusionOk="0">
                  <a:moveTo>
                    <a:pt x="1901" y="884"/>
                  </a:moveTo>
                  <a:cubicBezTo>
                    <a:pt x="2142" y="1553"/>
                    <a:pt x="1473" y="2115"/>
                    <a:pt x="804" y="2008"/>
                  </a:cubicBezTo>
                  <a:cubicBezTo>
                    <a:pt x="563" y="1901"/>
                    <a:pt x="242" y="1660"/>
                    <a:pt x="242" y="1339"/>
                  </a:cubicBezTo>
                  <a:cubicBezTo>
                    <a:pt x="1" y="670"/>
                    <a:pt x="563" y="1"/>
                    <a:pt x="1232" y="215"/>
                  </a:cubicBezTo>
                  <a:cubicBezTo>
                    <a:pt x="1580" y="322"/>
                    <a:pt x="1901" y="563"/>
                    <a:pt x="1901" y="884"/>
                  </a:cubicBezTo>
                  <a:close/>
                </a:path>
              </a:pathLst>
            </a:custGeom>
            <a:noFill/>
            <a:ln w="11375" cap="flat" cmpd="sng">
              <a:solidFill>
                <a:schemeClr val="lt1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47"/>
            <p:cNvSpPr/>
            <p:nvPr/>
          </p:nvSpPr>
          <p:spPr>
            <a:xfrm>
              <a:off x="4640400" y="2418525"/>
              <a:ext cx="22775" cy="22100"/>
            </a:xfrm>
            <a:custGeom>
              <a:avLst/>
              <a:gdLst/>
              <a:ahLst/>
              <a:cxnLst/>
              <a:rect l="l" t="t" r="r" b="b"/>
              <a:pathLst>
                <a:path w="911" h="884" fill="none" extrusionOk="0">
                  <a:moveTo>
                    <a:pt x="910" y="455"/>
                  </a:moveTo>
                  <a:cubicBezTo>
                    <a:pt x="910" y="669"/>
                    <a:pt x="669" y="884"/>
                    <a:pt x="455" y="884"/>
                  </a:cubicBezTo>
                  <a:cubicBezTo>
                    <a:pt x="241" y="884"/>
                    <a:pt x="0" y="669"/>
                    <a:pt x="0" y="455"/>
                  </a:cubicBezTo>
                  <a:cubicBezTo>
                    <a:pt x="0" y="107"/>
                    <a:pt x="241" y="0"/>
                    <a:pt x="455" y="0"/>
                  </a:cubicBezTo>
                  <a:cubicBezTo>
                    <a:pt x="669" y="0"/>
                    <a:pt x="910" y="107"/>
                    <a:pt x="910" y="455"/>
                  </a:cubicBezTo>
                  <a:close/>
                </a:path>
              </a:pathLst>
            </a:custGeom>
            <a:noFill/>
            <a:ln w="11375" cap="flat" cmpd="sng">
              <a:solidFill>
                <a:schemeClr val="lt1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7"/>
            <p:cNvSpPr/>
            <p:nvPr/>
          </p:nvSpPr>
          <p:spPr>
            <a:xfrm>
              <a:off x="5392977" y="1041049"/>
              <a:ext cx="22100" cy="22775"/>
            </a:xfrm>
            <a:custGeom>
              <a:avLst/>
              <a:gdLst/>
              <a:ahLst/>
              <a:cxnLst/>
              <a:rect l="l" t="t" r="r" b="b"/>
              <a:pathLst>
                <a:path w="884" h="911" fill="none" extrusionOk="0">
                  <a:moveTo>
                    <a:pt x="884" y="456"/>
                  </a:moveTo>
                  <a:cubicBezTo>
                    <a:pt x="884" y="804"/>
                    <a:pt x="669" y="911"/>
                    <a:pt x="455" y="911"/>
                  </a:cubicBezTo>
                  <a:cubicBezTo>
                    <a:pt x="107" y="911"/>
                    <a:pt x="0" y="804"/>
                    <a:pt x="0" y="456"/>
                  </a:cubicBezTo>
                  <a:cubicBezTo>
                    <a:pt x="0" y="242"/>
                    <a:pt x="107" y="1"/>
                    <a:pt x="455" y="1"/>
                  </a:cubicBezTo>
                  <a:cubicBezTo>
                    <a:pt x="669" y="1"/>
                    <a:pt x="884" y="242"/>
                    <a:pt x="884" y="456"/>
                  </a:cubicBezTo>
                  <a:close/>
                </a:path>
              </a:pathLst>
            </a:custGeom>
            <a:noFill/>
            <a:ln w="11375" cap="flat" cmpd="sng">
              <a:solidFill>
                <a:schemeClr val="lt1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47"/>
            <p:cNvSpPr/>
            <p:nvPr/>
          </p:nvSpPr>
          <p:spPr>
            <a:xfrm>
              <a:off x="4479125" y="1922025"/>
              <a:ext cx="50225" cy="50200"/>
            </a:xfrm>
            <a:custGeom>
              <a:avLst/>
              <a:gdLst/>
              <a:ahLst/>
              <a:cxnLst/>
              <a:rect l="l" t="t" r="r" b="b"/>
              <a:pathLst>
                <a:path w="2009" h="2008" fill="none" extrusionOk="0">
                  <a:moveTo>
                    <a:pt x="1874" y="803"/>
                  </a:moveTo>
                  <a:cubicBezTo>
                    <a:pt x="2008" y="1472"/>
                    <a:pt x="1446" y="2008"/>
                    <a:pt x="777" y="1901"/>
                  </a:cubicBezTo>
                  <a:cubicBezTo>
                    <a:pt x="429" y="1794"/>
                    <a:pt x="215" y="1579"/>
                    <a:pt x="108" y="1231"/>
                  </a:cubicBezTo>
                  <a:cubicBezTo>
                    <a:pt x="1" y="562"/>
                    <a:pt x="536" y="0"/>
                    <a:pt x="1205" y="134"/>
                  </a:cubicBezTo>
                  <a:cubicBezTo>
                    <a:pt x="1553" y="241"/>
                    <a:pt x="1767" y="455"/>
                    <a:pt x="1874" y="803"/>
                  </a:cubicBezTo>
                  <a:close/>
                </a:path>
              </a:pathLst>
            </a:custGeom>
            <a:noFill/>
            <a:ln w="11375" cap="flat" cmpd="sng">
              <a:solidFill>
                <a:schemeClr val="lt1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" name="Группа 5"/>
          <p:cNvGrpSpPr/>
          <p:nvPr/>
        </p:nvGrpSpPr>
        <p:grpSpPr>
          <a:xfrm>
            <a:off x="5047614" y="1497170"/>
            <a:ext cx="2923298" cy="2536655"/>
            <a:chOff x="810963" y="1326631"/>
            <a:chExt cx="2923298" cy="2536655"/>
          </a:xfrm>
        </p:grpSpPr>
        <p:grpSp>
          <p:nvGrpSpPr>
            <p:cNvPr id="101" name="Google Shape;10162;p79"/>
            <p:cNvGrpSpPr/>
            <p:nvPr/>
          </p:nvGrpSpPr>
          <p:grpSpPr>
            <a:xfrm>
              <a:off x="873279" y="1326631"/>
              <a:ext cx="2799412" cy="2497208"/>
              <a:chOff x="2691784" y="1797660"/>
              <a:chExt cx="3755792" cy="2515061"/>
            </a:xfrm>
            <a:solidFill>
              <a:schemeClr val="bg1"/>
            </a:solidFill>
          </p:grpSpPr>
          <p:sp>
            <p:nvSpPr>
              <p:cNvPr id="108" name="Google Shape;10163;p79"/>
              <p:cNvSpPr/>
              <p:nvPr/>
            </p:nvSpPr>
            <p:spPr>
              <a:xfrm>
                <a:off x="4306153" y="4266675"/>
                <a:ext cx="1105513" cy="46046"/>
              </a:xfrm>
              <a:custGeom>
                <a:avLst/>
                <a:gdLst/>
                <a:ahLst/>
                <a:cxnLst/>
                <a:rect l="l" t="t" r="r" b="b"/>
                <a:pathLst>
                  <a:path w="106520" h="2706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106520" y="2705"/>
                    </a:lnTo>
                    <a:lnTo>
                      <a:pt x="106520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164;p79"/>
              <p:cNvSpPr/>
              <p:nvPr/>
            </p:nvSpPr>
            <p:spPr>
              <a:xfrm>
                <a:off x="2691784" y="3732107"/>
                <a:ext cx="1916675" cy="574935"/>
              </a:xfrm>
              <a:custGeom>
                <a:avLst/>
                <a:gdLst/>
                <a:ahLst/>
                <a:cxnLst/>
                <a:rect l="l" t="t" r="r" b="b"/>
                <a:pathLst>
                  <a:path w="128485" h="36518" extrusionOk="0">
                    <a:moveTo>
                      <a:pt x="2706" y="1"/>
                    </a:moveTo>
                    <a:lnTo>
                      <a:pt x="1" y="326"/>
                    </a:lnTo>
                    <a:cubicBezTo>
                      <a:pt x="1461" y="10577"/>
                      <a:pt x="6547" y="19612"/>
                      <a:pt x="13850" y="26130"/>
                    </a:cubicBezTo>
                    <a:cubicBezTo>
                      <a:pt x="21288" y="32568"/>
                      <a:pt x="30999" y="36517"/>
                      <a:pt x="41575" y="36517"/>
                    </a:cubicBezTo>
                    <a:lnTo>
                      <a:pt x="128484" y="36517"/>
                    </a:lnTo>
                    <a:lnTo>
                      <a:pt x="128484" y="33812"/>
                    </a:lnTo>
                    <a:lnTo>
                      <a:pt x="41575" y="33812"/>
                    </a:lnTo>
                    <a:cubicBezTo>
                      <a:pt x="31675" y="33812"/>
                      <a:pt x="22641" y="30188"/>
                      <a:pt x="15662" y="24102"/>
                    </a:cubicBezTo>
                    <a:cubicBezTo>
                      <a:pt x="8792" y="18016"/>
                      <a:pt x="4058" y="9468"/>
                      <a:pt x="2706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0165;p79"/>
              <p:cNvSpPr/>
              <p:nvPr/>
            </p:nvSpPr>
            <p:spPr>
              <a:xfrm>
                <a:off x="2691784" y="3036000"/>
                <a:ext cx="758197" cy="559961"/>
              </a:xfrm>
              <a:custGeom>
                <a:avLst/>
                <a:gdLst/>
                <a:ahLst/>
                <a:cxnLst/>
                <a:rect l="l" t="t" r="r" b="b"/>
                <a:pathLst>
                  <a:path w="50609" h="35489" extrusionOk="0">
                    <a:moveTo>
                      <a:pt x="41358" y="0"/>
                    </a:moveTo>
                    <a:cubicBezTo>
                      <a:pt x="30998" y="0"/>
                      <a:pt x="21423" y="3814"/>
                      <a:pt x="14093" y="10144"/>
                    </a:cubicBezTo>
                    <a:cubicBezTo>
                      <a:pt x="6762" y="16338"/>
                      <a:pt x="1596" y="25129"/>
                      <a:pt x="0" y="35029"/>
                    </a:cubicBezTo>
                    <a:lnTo>
                      <a:pt x="2597" y="35489"/>
                    </a:lnTo>
                    <a:cubicBezTo>
                      <a:pt x="4166" y="26238"/>
                      <a:pt x="9034" y="18015"/>
                      <a:pt x="15905" y="12173"/>
                    </a:cubicBezTo>
                    <a:cubicBezTo>
                      <a:pt x="22775" y="6303"/>
                      <a:pt x="31675" y="2705"/>
                      <a:pt x="41358" y="2705"/>
                    </a:cubicBezTo>
                    <a:lnTo>
                      <a:pt x="50609" y="2705"/>
                    </a:lnTo>
                    <a:lnTo>
                      <a:pt x="50609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0166;p79"/>
              <p:cNvSpPr/>
              <p:nvPr/>
            </p:nvSpPr>
            <p:spPr>
              <a:xfrm>
                <a:off x="3661792" y="2529843"/>
                <a:ext cx="2785784" cy="546534"/>
              </a:xfrm>
              <a:custGeom>
                <a:avLst/>
                <a:gdLst/>
                <a:ahLst/>
                <a:cxnLst/>
                <a:rect l="l" t="t" r="r" b="b"/>
                <a:pathLst>
                  <a:path w="187100" h="36518" extrusionOk="0">
                    <a:moveTo>
                      <a:pt x="184395" y="1"/>
                    </a:moveTo>
                    <a:cubicBezTo>
                      <a:pt x="183150" y="9468"/>
                      <a:pt x="178309" y="17908"/>
                      <a:pt x="171438" y="23994"/>
                    </a:cubicBezTo>
                    <a:cubicBezTo>
                      <a:pt x="164432" y="30080"/>
                      <a:pt x="155425" y="33812"/>
                      <a:pt x="145498" y="33812"/>
                    </a:cubicBezTo>
                    <a:lnTo>
                      <a:pt x="1" y="33812"/>
                    </a:lnTo>
                    <a:lnTo>
                      <a:pt x="1" y="36517"/>
                    </a:lnTo>
                    <a:lnTo>
                      <a:pt x="145498" y="36517"/>
                    </a:lnTo>
                    <a:cubicBezTo>
                      <a:pt x="156101" y="36517"/>
                      <a:pt x="165785" y="32568"/>
                      <a:pt x="173223" y="26022"/>
                    </a:cubicBezTo>
                    <a:cubicBezTo>
                      <a:pt x="180554" y="19612"/>
                      <a:pt x="185747" y="10469"/>
                      <a:pt x="187100" y="326"/>
                    </a:cubicBezTo>
                    <a:lnTo>
                      <a:pt x="184395" y="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0167;p79"/>
              <p:cNvSpPr/>
              <p:nvPr/>
            </p:nvSpPr>
            <p:spPr>
              <a:xfrm>
                <a:off x="5153123" y="1805334"/>
                <a:ext cx="1294452" cy="597734"/>
              </a:xfrm>
              <a:custGeom>
                <a:avLst/>
                <a:gdLst/>
                <a:ahLst/>
                <a:cxnLst/>
                <a:rect l="l" t="t" r="r" b="b"/>
                <a:pathLst>
                  <a:path w="86774" h="34353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45524" y="2705"/>
                    </a:lnTo>
                    <a:cubicBezTo>
                      <a:pt x="54991" y="2705"/>
                      <a:pt x="63674" y="6195"/>
                      <a:pt x="70545" y="11821"/>
                    </a:cubicBezTo>
                    <a:cubicBezTo>
                      <a:pt x="77415" y="17582"/>
                      <a:pt x="82284" y="25454"/>
                      <a:pt x="84177" y="34353"/>
                    </a:cubicBezTo>
                    <a:lnTo>
                      <a:pt x="86774" y="33920"/>
                    </a:lnTo>
                    <a:cubicBezTo>
                      <a:pt x="84854" y="24345"/>
                      <a:pt x="79579" y="15878"/>
                      <a:pt x="72249" y="9792"/>
                    </a:cubicBezTo>
                    <a:cubicBezTo>
                      <a:pt x="65027" y="3706"/>
                      <a:pt x="55668" y="0"/>
                      <a:pt x="45524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0168;p79"/>
              <p:cNvSpPr/>
              <p:nvPr/>
            </p:nvSpPr>
            <p:spPr>
              <a:xfrm>
                <a:off x="2785807" y="1797660"/>
                <a:ext cx="2461777" cy="51623"/>
              </a:xfrm>
              <a:custGeom>
                <a:avLst/>
                <a:gdLst/>
                <a:ahLst/>
                <a:cxnLst/>
                <a:rect l="l" t="t" r="r" b="b"/>
                <a:pathLst>
                  <a:path w="143713" h="2706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143712" y="2705"/>
                    </a:lnTo>
                    <a:lnTo>
                      <a:pt x="143712" y="0"/>
                    </a:lnTo>
                    <a:close/>
                  </a:path>
                </a:pathLst>
              </a:custGeom>
              <a:grpFill/>
              <a:ln w="6350"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0169;p79"/>
              <p:cNvSpPr/>
              <p:nvPr/>
            </p:nvSpPr>
            <p:spPr>
              <a:xfrm>
                <a:off x="5447728" y="4266675"/>
                <a:ext cx="932050" cy="40353"/>
              </a:xfrm>
              <a:custGeom>
                <a:avLst/>
                <a:gdLst/>
                <a:ahLst/>
                <a:cxnLst/>
                <a:rect l="l" t="t" r="r" b="b"/>
                <a:pathLst>
                  <a:path w="106520" h="2706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106520" y="2705"/>
                    </a:lnTo>
                    <a:lnTo>
                      <a:pt x="106520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6" name="Google Shape;1824;p57"/>
            <p:cNvSpPr/>
            <p:nvPr/>
          </p:nvSpPr>
          <p:spPr>
            <a:xfrm flipH="1">
              <a:off x="2786036" y="3718003"/>
              <a:ext cx="149683" cy="145283"/>
            </a:xfrm>
            <a:prstGeom prst="ellipse">
              <a:avLst/>
            </a:prstGeom>
            <a:gradFill>
              <a:gsLst>
                <a:gs pos="0">
                  <a:srgbClr val="20124D"/>
                </a:gs>
                <a:gs pos="100000">
                  <a:srgbClr val="EA9999"/>
                </a:gs>
              </a:gsLst>
              <a:lin ang="10800025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824;p57"/>
            <p:cNvSpPr/>
            <p:nvPr/>
          </p:nvSpPr>
          <p:spPr>
            <a:xfrm flipH="1">
              <a:off x="810963" y="3106927"/>
              <a:ext cx="149683" cy="145283"/>
            </a:xfrm>
            <a:prstGeom prst="ellipse">
              <a:avLst/>
            </a:prstGeom>
            <a:gradFill>
              <a:gsLst>
                <a:gs pos="0">
                  <a:srgbClr val="20124D"/>
                </a:gs>
                <a:gs pos="100000">
                  <a:srgbClr val="EA9999"/>
                </a:gs>
              </a:gsLst>
              <a:lin ang="10800025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824;p57"/>
            <p:cNvSpPr/>
            <p:nvPr/>
          </p:nvSpPr>
          <p:spPr>
            <a:xfrm flipH="1">
              <a:off x="3584578" y="1914163"/>
              <a:ext cx="149683" cy="145283"/>
            </a:xfrm>
            <a:prstGeom prst="ellipse">
              <a:avLst/>
            </a:prstGeom>
            <a:gradFill>
              <a:gsLst>
                <a:gs pos="0">
                  <a:srgbClr val="20124D"/>
                </a:gs>
                <a:gs pos="100000">
                  <a:srgbClr val="EA9999"/>
                </a:gs>
              </a:gsLst>
              <a:lin ang="10800025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824;p57"/>
            <p:cNvSpPr/>
            <p:nvPr/>
          </p:nvSpPr>
          <p:spPr>
            <a:xfrm flipH="1">
              <a:off x="1437901" y="2483537"/>
              <a:ext cx="149683" cy="145283"/>
            </a:xfrm>
            <a:prstGeom prst="ellipse">
              <a:avLst/>
            </a:prstGeom>
            <a:gradFill>
              <a:gsLst>
                <a:gs pos="0">
                  <a:srgbClr val="20124D"/>
                </a:gs>
                <a:gs pos="100000">
                  <a:srgbClr val="EA9999"/>
                </a:gs>
              </a:gsLst>
              <a:lin ang="10800025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3" name="Google Shape;1831;p57"/>
          <p:cNvSpPr txBox="1"/>
          <p:nvPr/>
        </p:nvSpPr>
        <p:spPr>
          <a:xfrm>
            <a:off x="5267705" y="2967091"/>
            <a:ext cx="2138860" cy="60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800" dirty="0" smtClean="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Increase productivity of educational process   </a:t>
            </a:r>
            <a:endParaRPr sz="1800" dirty="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4" name="Google Shape;1833;p57"/>
          <p:cNvSpPr txBox="1"/>
          <p:nvPr/>
        </p:nvSpPr>
        <p:spPr>
          <a:xfrm>
            <a:off x="6346260" y="3970081"/>
            <a:ext cx="13230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66FF66"/>
                </a:solidFill>
                <a:latin typeface="Oswald"/>
                <a:ea typeface="Oswald"/>
                <a:cs typeface="Oswald"/>
                <a:sym typeface="Oswald"/>
              </a:rPr>
              <a:t>HIGH PROFIT</a:t>
            </a:r>
            <a:endParaRPr sz="1800" dirty="0">
              <a:solidFill>
                <a:srgbClr val="66FF6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25" name="Группа 124"/>
          <p:cNvGrpSpPr/>
          <p:nvPr/>
        </p:nvGrpSpPr>
        <p:grpSpPr>
          <a:xfrm flipH="1">
            <a:off x="972498" y="1437855"/>
            <a:ext cx="3675288" cy="2588580"/>
            <a:chOff x="58973" y="1274706"/>
            <a:chExt cx="3675288" cy="2588580"/>
          </a:xfrm>
        </p:grpSpPr>
        <p:grpSp>
          <p:nvGrpSpPr>
            <p:cNvPr id="126" name="Google Shape;10162;p79"/>
            <p:cNvGrpSpPr/>
            <p:nvPr/>
          </p:nvGrpSpPr>
          <p:grpSpPr>
            <a:xfrm>
              <a:off x="873279" y="1334249"/>
              <a:ext cx="2799412" cy="2489589"/>
              <a:chOff x="2691784" y="1805333"/>
              <a:chExt cx="3755792" cy="2507388"/>
            </a:xfrm>
            <a:solidFill>
              <a:schemeClr val="bg1"/>
            </a:solidFill>
          </p:grpSpPr>
          <p:sp>
            <p:nvSpPr>
              <p:cNvPr id="132" name="Google Shape;10163;p79"/>
              <p:cNvSpPr/>
              <p:nvPr/>
            </p:nvSpPr>
            <p:spPr>
              <a:xfrm>
                <a:off x="3419984" y="4266675"/>
                <a:ext cx="1991684" cy="46046"/>
              </a:xfrm>
              <a:custGeom>
                <a:avLst/>
                <a:gdLst/>
                <a:ahLst/>
                <a:cxnLst/>
                <a:rect l="l" t="t" r="r" b="b"/>
                <a:pathLst>
                  <a:path w="106520" h="2706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106520" y="2705"/>
                    </a:lnTo>
                    <a:lnTo>
                      <a:pt x="106520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0164;p79"/>
              <p:cNvSpPr/>
              <p:nvPr/>
            </p:nvSpPr>
            <p:spPr>
              <a:xfrm>
                <a:off x="2691787" y="3732107"/>
                <a:ext cx="1614368" cy="579966"/>
              </a:xfrm>
              <a:custGeom>
                <a:avLst/>
                <a:gdLst/>
                <a:ahLst/>
                <a:cxnLst/>
                <a:rect l="l" t="t" r="r" b="b"/>
                <a:pathLst>
                  <a:path w="128485" h="36518" extrusionOk="0">
                    <a:moveTo>
                      <a:pt x="2706" y="1"/>
                    </a:moveTo>
                    <a:lnTo>
                      <a:pt x="1" y="326"/>
                    </a:lnTo>
                    <a:cubicBezTo>
                      <a:pt x="1461" y="10577"/>
                      <a:pt x="6547" y="19612"/>
                      <a:pt x="13850" y="26130"/>
                    </a:cubicBezTo>
                    <a:cubicBezTo>
                      <a:pt x="21288" y="32568"/>
                      <a:pt x="30999" y="36517"/>
                      <a:pt x="41575" y="36517"/>
                    </a:cubicBezTo>
                    <a:lnTo>
                      <a:pt x="128484" y="36517"/>
                    </a:lnTo>
                    <a:lnTo>
                      <a:pt x="128484" y="33812"/>
                    </a:lnTo>
                    <a:lnTo>
                      <a:pt x="41575" y="33812"/>
                    </a:lnTo>
                    <a:cubicBezTo>
                      <a:pt x="31675" y="33812"/>
                      <a:pt x="22641" y="30188"/>
                      <a:pt x="15662" y="24102"/>
                    </a:cubicBezTo>
                    <a:cubicBezTo>
                      <a:pt x="8792" y="18016"/>
                      <a:pt x="4058" y="9468"/>
                      <a:pt x="2706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0165;p79"/>
              <p:cNvSpPr/>
              <p:nvPr/>
            </p:nvSpPr>
            <p:spPr>
              <a:xfrm>
                <a:off x="2691784" y="3036000"/>
                <a:ext cx="758197" cy="559961"/>
              </a:xfrm>
              <a:custGeom>
                <a:avLst/>
                <a:gdLst/>
                <a:ahLst/>
                <a:cxnLst/>
                <a:rect l="l" t="t" r="r" b="b"/>
                <a:pathLst>
                  <a:path w="50609" h="35489" extrusionOk="0">
                    <a:moveTo>
                      <a:pt x="41358" y="0"/>
                    </a:moveTo>
                    <a:cubicBezTo>
                      <a:pt x="30998" y="0"/>
                      <a:pt x="21423" y="3814"/>
                      <a:pt x="14093" y="10144"/>
                    </a:cubicBezTo>
                    <a:cubicBezTo>
                      <a:pt x="6762" y="16338"/>
                      <a:pt x="1596" y="25129"/>
                      <a:pt x="0" y="35029"/>
                    </a:cubicBezTo>
                    <a:lnTo>
                      <a:pt x="2597" y="35489"/>
                    </a:lnTo>
                    <a:cubicBezTo>
                      <a:pt x="4166" y="26238"/>
                      <a:pt x="9034" y="18015"/>
                      <a:pt x="15905" y="12173"/>
                    </a:cubicBezTo>
                    <a:cubicBezTo>
                      <a:pt x="22775" y="6303"/>
                      <a:pt x="31675" y="2705"/>
                      <a:pt x="41358" y="2705"/>
                    </a:cubicBezTo>
                    <a:lnTo>
                      <a:pt x="50609" y="2705"/>
                    </a:lnTo>
                    <a:lnTo>
                      <a:pt x="50609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0166;p79"/>
              <p:cNvSpPr/>
              <p:nvPr/>
            </p:nvSpPr>
            <p:spPr>
              <a:xfrm>
                <a:off x="3661792" y="2529843"/>
                <a:ext cx="2785784" cy="546534"/>
              </a:xfrm>
              <a:custGeom>
                <a:avLst/>
                <a:gdLst/>
                <a:ahLst/>
                <a:cxnLst/>
                <a:rect l="l" t="t" r="r" b="b"/>
                <a:pathLst>
                  <a:path w="187100" h="36518" extrusionOk="0">
                    <a:moveTo>
                      <a:pt x="184395" y="1"/>
                    </a:moveTo>
                    <a:cubicBezTo>
                      <a:pt x="183150" y="9468"/>
                      <a:pt x="178309" y="17908"/>
                      <a:pt x="171438" y="23994"/>
                    </a:cubicBezTo>
                    <a:cubicBezTo>
                      <a:pt x="164432" y="30080"/>
                      <a:pt x="155425" y="33812"/>
                      <a:pt x="145498" y="33812"/>
                    </a:cubicBezTo>
                    <a:lnTo>
                      <a:pt x="1" y="33812"/>
                    </a:lnTo>
                    <a:lnTo>
                      <a:pt x="1" y="36517"/>
                    </a:lnTo>
                    <a:lnTo>
                      <a:pt x="145498" y="36517"/>
                    </a:lnTo>
                    <a:cubicBezTo>
                      <a:pt x="156101" y="36517"/>
                      <a:pt x="165785" y="32568"/>
                      <a:pt x="173223" y="26022"/>
                    </a:cubicBezTo>
                    <a:cubicBezTo>
                      <a:pt x="180554" y="19612"/>
                      <a:pt x="185747" y="10469"/>
                      <a:pt x="187100" y="326"/>
                    </a:cubicBezTo>
                    <a:lnTo>
                      <a:pt x="184395" y="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0167;p79"/>
              <p:cNvSpPr/>
              <p:nvPr/>
            </p:nvSpPr>
            <p:spPr>
              <a:xfrm>
                <a:off x="5153123" y="1805334"/>
                <a:ext cx="1294452" cy="597734"/>
              </a:xfrm>
              <a:custGeom>
                <a:avLst/>
                <a:gdLst/>
                <a:ahLst/>
                <a:cxnLst/>
                <a:rect l="l" t="t" r="r" b="b"/>
                <a:pathLst>
                  <a:path w="86774" h="34353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45524" y="2705"/>
                    </a:lnTo>
                    <a:cubicBezTo>
                      <a:pt x="54991" y="2705"/>
                      <a:pt x="63674" y="6195"/>
                      <a:pt x="70545" y="11821"/>
                    </a:cubicBezTo>
                    <a:cubicBezTo>
                      <a:pt x="77415" y="17582"/>
                      <a:pt x="82284" y="25454"/>
                      <a:pt x="84177" y="34353"/>
                    </a:cubicBezTo>
                    <a:lnTo>
                      <a:pt x="86774" y="33920"/>
                    </a:lnTo>
                    <a:cubicBezTo>
                      <a:pt x="84854" y="24345"/>
                      <a:pt x="79579" y="15878"/>
                      <a:pt x="72249" y="9792"/>
                    </a:cubicBezTo>
                    <a:cubicBezTo>
                      <a:pt x="65027" y="3706"/>
                      <a:pt x="55668" y="0"/>
                      <a:pt x="45524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0168;p79"/>
              <p:cNvSpPr/>
              <p:nvPr/>
            </p:nvSpPr>
            <p:spPr>
              <a:xfrm>
                <a:off x="2785809" y="1805333"/>
                <a:ext cx="2367315" cy="46046"/>
              </a:xfrm>
              <a:custGeom>
                <a:avLst/>
                <a:gdLst/>
                <a:ahLst/>
                <a:cxnLst/>
                <a:rect l="l" t="t" r="r" b="b"/>
                <a:pathLst>
                  <a:path w="143713" h="2706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143712" y="2705"/>
                    </a:lnTo>
                    <a:lnTo>
                      <a:pt x="143712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0169;p79"/>
              <p:cNvSpPr/>
              <p:nvPr/>
            </p:nvSpPr>
            <p:spPr>
              <a:xfrm>
                <a:off x="5447728" y="4266675"/>
                <a:ext cx="932050" cy="40353"/>
              </a:xfrm>
              <a:custGeom>
                <a:avLst/>
                <a:gdLst/>
                <a:ahLst/>
                <a:cxnLst/>
                <a:rect l="l" t="t" r="r" b="b"/>
                <a:pathLst>
                  <a:path w="106520" h="2706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106520" y="2705"/>
                    </a:lnTo>
                    <a:lnTo>
                      <a:pt x="106520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7" name="Google Shape;1824;p57"/>
            <p:cNvSpPr/>
            <p:nvPr/>
          </p:nvSpPr>
          <p:spPr>
            <a:xfrm flipH="1">
              <a:off x="58973" y="1274706"/>
              <a:ext cx="149683" cy="145283"/>
            </a:xfrm>
            <a:prstGeom prst="ellipse">
              <a:avLst/>
            </a:prstGeom>
            <a:gradFill>
              <a:gsLst>
                <a:gs pos="0">
                  <a:srgbClr val="20124D"/>
                </a:gs>
                <a:gs pos="100000">
                  <a:srgbClr val="EA9999"/>
                </a:gs>
              </a:gsLst>
              <a:lin ang="10800025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824;p57"/>
            <p:cNvSpPr/>
            <p:nvPr/>
          </p:nvSpPr>
          <p:spPr>
            <a:xfrm flipH="1">
              <a:off x="2786036" y="3718003"/>
              <a:ext cx="149683" cy="145283"/>
            </a:xfrm>
            <a:prstGeom prst="ellipse">
              <a:avLst/>
            </a:prstGeom>
            <a:gradFill>
              <a:gsLst>
                <a:gs pos="0">
                  <a:srgbClr val="20124D"/>
                </a:gs>
                <a:gs pos="100000">
                  <a:srgbClr val="EA9999"/>
                </a:gs>
              </a:gsLst>
              <a:lin ang="10800025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824;p57"/>
            <p:cNvSpPr/>
            <p:nvPr/>
          </p:nvSpPr>
          <p:spPr>
            <a:xfrm flipH="1">
              <a:off x="810963" y="3106927"/>
              <a:ext cx="149683" cy="145283"/>
            </a:xfrm>
            <a:prstGeom prst="ellipse">
              <a:avLst/>
            </a:prstGeom>
            <a:gradFill>
              <a:gsLst>
                <a:gs pos="0">
                  <a:srgbClr val="20124D"/>
                </a:gs>
                <a:gs pos="100000">
                  <a:srgbClr val="EA9999"/>
                </a:gs>
              </a:gsLst>
              <a:lin ang="10800025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824;p57"/>
            <p:cNvSpPr/>
            <p:nvPr/>
          </p:nvSpPr>
          <p:spPr>
            <a:xfrm flipH="1">
              <a:off x="3584578" y="1914163"/>
              <a:ext cx="149683" cy="145283"/>
            </a:xfrm>
            <a:prstGeom prst="ellipse">
              <a:avLst/>
            </a:prstGeom>
            <a:gradFill>
              <a:gsLst>
                <a:gs pos="0">
                  <a:srgbClr val="20124D"/>
                </a:gs>
                <a:gs pos="100000">
                  <a:srgbClr val="EA9999"/>
                </a:gs>
              </a:gsLst>
              <a:lin ang="10800025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824;p57"/>
            <p:cNvSpPr/>
            <p:nvPr/>
          </p:nvSpPr>
          <p:spPr>
            <a:xfrm flipH="1">
              <a:off x="1437901" y="2496063"/>
              <a:ext cx="149683" cy="145283"/>
            </a:xfrm>
            <a:prstGeom prst="ellipse">
              <a:avLst/>
            </a:prstGeom>
            <a:gradFill>
              <a:gsLst>
                <a:gs pos="0">
                  <a:srgbClr val="20124D"/>
                </a:gs>
                <a:gs pos="100000">
                  <a:srgbClr val="EA9999"/>
                </a:gs>
              </a:gsLst>
              <a:lin ang="10800025" scaled="0"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" name="Google Shape;1827;p57"/>
          <p:cNvSpPr txBox="1"/>
          <p:nvPr/>
        </p:nvSpPr>
        <p:spPr>
          <a:xfrm>
            <a:off x="1144924" y="1787708"/>
            <a:ext cx="2243878" cy="694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800" dirty="0" smtClean="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Low productivity and negative emotion state</a:t>
            </a:r>
            <a:endParaRPr lang="en-US" sz="1800" dirty="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1" name="Google Shape;1831;p57"/>
          <p:cNvSpPr txBox="1"/>
          <p:nvPr/>
        </p:nvSpPr>
        <p:spPr>
          <a:xfrm>
            <a:off x="1709906" y="2974990"/>
            <a:ext cx="1895437" cy="686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en-US" sz="1800" dirty="0" smtClean="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Low</a:t>
            </a:r>
            <a:r>
              <a:rPr lang="en" sz="1800" dirty="0" smtClean="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1800" dirty="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s</a:t>
            </a:r>
            <a:r>
              <a:rPr lang="en-US" sz="1800" dirty="0" smtClean="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atisfaction </a:t>
            </a:r>
            <a:r>
              <a:rPr lang="en-US" sz="1800" dirty="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factor</a:t>
            </a:r>
            <a:endParaRPr sz="1800" dirty="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3" name="Google Shape;1833;p57"/>
          <p:cNvSpPr txBox="1"/>
          <p:nvPr/>
        </p:nvSpPr>
        <p:spPr>
          <a:xfrm>
            <a:off x="830432" y="4099526"/>
            <a:ext cx="13230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Oswald"/>
                <a:ea typeface="Oswald"/>
                <a:cs typeface="Oswald"/>
                <a:sym typeface="Oswald"/>
              </a:rPr>
              <a:t>DISCHARGE</a:t>
            </a:r>
          </a:p>
        </p:txBody>
      </p:sp>
      <p:sp>
        <p:nvSpPr>
          <p:cNvPr id="148" name="Google Shape;1825;p57"/>
          <p:cNvSpPr txBox="1"/>
          <p:nvPr/>
        </p:nvSpPr>
        <p:spPr>
          <a:xfrm>
            <a:off x="5811460" y="67554"/>
            <a:ext cx="2458856" cy="669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800" dirty="0" smtClean="0">
                <a:solidFill>
                  <a:srgbClr val="66FF66"/>
                </a:solidFill>
                <a:latin typeface="Oswald"/>
                <a:ea typeface="Oswald"/>
                <a:cs typeface="Oswald"/>
                <a:sym typeface="Oswald"/>
              </a:rPr>
              <a:t>USE OUR APPLICATION</a:t>
            </a:r>
            <a:endParaRPr sz="1800" dirty="0">
              <a:solidFill>
                <a:srgbClr val="66FF66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9" name="Google Shape;1827;p57"/>
          <p:cNvSpPr txBox="1"/>
          <p:nvPr/>
        </p:nvSpPr>
        <p:spPr>
          <a:xfrm>
            <a:off x="7858809" y="1586247"/>
            <a:ext cx="1270487" cy="464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200" dirty="0" smtClean="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We predict </a:t>
            </a:r>
            <a:r>
              <a:rPr lang="en-US" sz="1200" dirty="0">
                <a:solidFill>
                  <a:schemeClr val="lt1"/>
                </a:solidFill>
                <a:latin typeface="Oswald" panose="020B0604020202020204" charset="-52"/>
                <a:ea typeface="Oswald"/>
                <a:cs typeface="Oswald"/>
                <a:sym typeface="Oswald"/>
              </a:rPr>
              <a:t>large number of drop-out students</a:t>
            </a:r>
          </a:p>
          <a:p>
            <a:pPr algn="ctr"/>
            <a:r>
              <a:rPr lang="en-US" sz="1200" dirty="0" smtClean="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&amp; emotional burnout of teachers</a:t>
            </a:r>
            <a:br>
              <a:rPr lang="en-US" sz="1200" dirty="0" smtClean="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</a:br>
            <a:endParaRPr sz="1200" dirty="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0" name="Google Shape;1831;p57"/>
          <p:cNvSpPr txBox="1"/>
          <p:nvPr/>
        </p:nvSpPr>
        <p:spPr>
          <a:xfrm>
            <a:off x="4950111" y="1989457"/>
            <a:ext cx="1792582" cy="534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800" dirty="0" smtClean="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Company takes actions</a:t>
            </a:r>
            <a:endParaRPr lang="en-US" sz="1800" dirty="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1" name="Google Shape;1825;p57"/>
          <p:cNvSpPr txBox="1"/>
          <p:nvPr/>
        </p:nvSpPr>
        <p:spPr>
          <a:xfrm>
            <a:off x="901403" y="51843"/>
            <a:ext cx="2622376" cy="669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800" dirty="0" smtClean="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WITHOUT OUR APPLICATION</a:t>
            </a:r>
            <a:endParaRPr sz="1800" dirty="0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827;p57"/>
          <p:cNvSpPr txBox="1"/>
          <p:nvPr/>
        </p:nvSpPr>
        <p:spPr>
          <a:xfrm>
            <a:off x="3592678" y="534435"/>
            <a:ext cx="2047317" cy="78691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Oswald"/>
                <a:ea typeface="Oswald"/>
                <a:cs typeface="Oswald"/>
                <a:sym typeface="Oswald"/>
              </a:rPr>
              <a:t> TEACHER IS AT RISK OF EMOTIONAL BURN &amp; LOW STUDENT’S ENGAGED </a:t>
            </a:r>
          </a:p>
          <a:p>
            <a:pPr lvl="0" algn="ctr"/>
            <a:endParaRPr lang="en-US" dirty="0">
              <a:solidFill>
                <a:schemeClr val="bg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5661" y="308420"/>
            <a:ext cx="5362540" cy="560859"/>
          </a:xfrm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CURRENT STATE OF PROJECT</a:t>
            </a:r>
            <a:endParaRPr lang="ru-RU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30124" y="3387520"/>
            <a:ext cx="59738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Oswald" panose="020B0604020202020204" charset="-52"/>
              </a:rPr>
              <a:t>Prototype of client and server parts of application</a:t>
            </a:r>
            <a:endParaRPr lang="ru-RU" sz="2400" dirty="0">
              <a:solidFill>
                <a:schemeClr val="bg1"/>
              </a:solidFill>
              <a:latin typeface="Oswald" panose="020B0604020202020204" charset="-52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55524" y="2419762"/>
            <a:ext cx="59484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Oswald" panose="020B0604020202020204" charset="-52"/>
              </a:rPr>
              <a:t>RECOGNITION </a:t>
            </a:r>
            <a:r>
              <a:rPr lang="en-US" sz="28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Oswald" panose="020B0604020202020204" charset="-52"/>
              </a:rPr>
              <a:t>BASIC EMOTIONS </a:t>
            </a:r>
            <a:r>
              <a:rPr lang="ru-RU" sz="28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Oswald" panose="020B0604020202020204" charset="-52"/>
              </a:rPr>
              <a:t>FOR GROUP</a:t>
            </a:r>
            <a:endParaRPr lang="ru-RU" sz="2800" dirty="0">
              <a:solidFill>
                <a:schemeClr val="accent1">
                  <a:lumMod val="60000"/>
                  <a:lumOff val="40000"/>
                </a:schemeClr>
              </a:solidFill>
              <a:latin typeface="Oswald" panose="020B0604020202020204" charset="-52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55524" y="1144227"/>
            <a:ext cx="59738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Oswald" panose="020B0604020202020204" charset="-52"/>
              </a:rPr>
              <a:t>Study scientific researches concerning emotions recognition and influence emotions in education</a:t>
            </a:r>
            <a:endParaRPr lang="ru-RU" sz="2400" dirty="0">
              <a:solidFill>
                <a:schemeClr val="bg1"/>
              </a:solidFill>
              <a:latin typeface="Oswald" panose="020B0604020202020204" charset="-52"/>
            </a:endParaRPr>
          </a:p>
        </p:txBody>
      </p:sp>
      <p:grpSp>
        <p:nvGrpSpPr>
          <p:cNvPr id="7" name="Google Shape;513;p42"/>
          <p:cNvGrpSpPr/>
          <p:nvPr/>
        </p:nvGrpSpPr>
        <p:grpSpPr>
          <a:xfrm>
            <a:off x="471029" y="1144226"/>
            <a:ext cx="67451" cy="3387134"/>
            <a:chOff x="240800" y="2231061"/>
            <a:chExt cx="14075" cy="625839"/>
          </a:xfrm>
        </p:grpSpPr>
        <p:sp>
          <p:nvSpPr>
            <p:cNvPr id="8" name="Google Shape;514;p42"/>
            <p:cNvSpPr/>
            <p:nvPr/>
          </p:nvSpPr>
          <p:spPr>
            <a:xfrm>
              <a:off x="242033" y="2231061"/>
              <a:ext cx="10167" cy="521789"/>
            </a:xfrm>
            <a:custGeom>
              <a:avLst/>
              <a:gdLst/>
              <a:ahLst/>
              <a:cxnLst/>
              <a:rect l="l" t="t" r="r" b="b"/>
              <a:pathLst>
                <a:path w="456" h="16409" extrusionOk="0">
                  <a:moveTo>
                    <a:pt x="0" y="1"/>
                  </a:moveTo>
                  <a:lnTo>
                    <a:pt x="0" y="16408"/>
                  </a:lnTo>
                  <a:lnTo>
                    <a:pt x="455" y="16408"/>
                  </a:lnTo>
                  <a:lnTo>
                    <a:pt x="4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15;p42"/>
            <p:cNvSpPr/>
            <p:nvPr/>
          </p:nvSpPr>
          <p:spPr>
            <a:xfrm>
              <a:off x="240800" y="2777525"/>
              <a:ext cx="13550" cy="9775"/>
            </a:xfrm>
            <a:custGeom>
              <a:avLst/>
              <a:gdLst/>
              <a:ahLst/>
              <a:cxnLst/>
              <a:rect l="l" t="t" r="r" b="b"/>
              <a:pathLst>
                <a:path w="542" h="391" extrusionOk="0">
                  <a:moveTo>
                    <a:pt x="215" y="1"/>
                  </a:moveTo>
                  <a:cubicBezTo>
                    <a:pt x="67" y="1"/>
                    <a:pt x="0" y="169"/>
                    <a:pt x="0" y="254"/>
                  </a:cubicBezTo>
                  <a:lnTo>
                    <a:pt x="107" y="361"/>
                  </a:lnTo>
                  <a:cubicBezTo>
                    <a:pt x="153" y="382"/>
                    <a:pt x="198" y="391"/>
                    <a:pt x="240" y="391"/>
                  </a:cubicBezTo>
                  <a:cubicBezTo>
                    <a:pt x="418" y="391"/>
                    <a:pt x="542" y="234"/>
                    <a:pt x="455" y="147"/>
                  </a:cubicBezTo>
                  <a:cubicBezTo>
                    <a:pt x="455" y="40"/>
                    <a:pt x="348" y="40"/>
                    <a:pt x="348" y="40"/>
                  </a:cubicBezTo>
                  <a:cubicBezTo>
                    <a:pt x="298" y="12"/>
                    <a:pt x="254" y="1"/>
                    <a:pt x="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516;p42"/>
            <p:cNvSpPr/>
            <p:nvPr/>
          </p:nvSpPr>
          <p:spPr>
            <a:xfrm>
              <a:off x="240800" y="2811975"/>
              <a:ext cx="14075" cy="10725"/>
            </a:xfrm>
            <a:custGeom>
              <a:avLst/>
              <a:gdLst/>
              <a:ahLst/>
              <a:cxnLst/>
              <a:rect l="l" t="t" r="r" b="b"/>
              <a:pathLst>
                <a:path w="563" h="429" extrusionOk="0">
                  <a:moveTo>
                    <a:pt x="348" y="0"/>
                  </a:moveTo>
                  <a:cubicBezTo>
                    <a:pt x="107" y="0"/>
                    <a:pt x="0" y="108"/>
                    <a:pt x="0" y="322"/>
                  </a:cubicBezTo>
                  <a:cubicBezTo>
                    <a:pt x="107" y="322"/>
                    <a:pt x="107" y="429"/>
                    <a:pt x="107" y="429"/>
                  </a:cubicBezTo>
                  <a:cubicBezTo>
                    <a:pt x="348" y="429"/>
                    <a:pt x="562" y="322"/>
                    <a:pt x="455" y="108"/>
                  </a:cubicBezTo>
                  <a:lnTo>
                    <a:pt x="3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517;p42"/>
            <p:cNvSpPr/>
            <p:nvPr/>
          </p:nvSpPr>
          <p:spPr>
            <a:xfrm>
              <a:off x="240800" y="2847375"/>
              <a:ext cx="13550" cy="9525"/>
            </a:xfrm>
            <a:custGeom>
              <a:avLst/>
              <a:gdLst/>
              <a:ahLst/>
              <a:cxnLst/>
              <a:rect l="l" t="t" r="r" b="b"/>
              <a:pathLst>
                <a:path w="542" h="381" extrusionOk="0">
                  <a:moveTo>
                    <a:pt x="224" y="1"/>
                  </a:moveTo>
                  <a:cubicBezTo>
                    <a:pt x="70" y="1"/>
                    <a:pt x="0" y="157"/>
                    <a:pt x="0" y="244"/>
                  </a:cubicBezTo>
                  <a:lnTo>
                    <a:pt x="107" y="351"/>
                  </a:lnTo>
                  <a:cubicBezTo>
                    <a:pt x="153" y="371"/>
                    <a:pt x="198" y="380"/>
                    <a:pt x="240" y="380"/>
                  </a:cubicBezTo>
                  <a:cubicBezTo>
                    <a:pt x="418" y="380"/>
                    <a:pt x="542" y="223"/>
                    <a:pt x="455" y="137"/>
                  </a:cubicBezTo>
                  <a:cubicBezTo>
                    <a:pt x="455" y="30"/>
                    <a:pt x="348" y="30"/>
                    <a:pt x="348" y="30"/>
                  </a:cubicBezTo>
                  <a:cubicBezTo>
                    <a:pt x="302" y="9"/>
                    <a:pt x="261" y="1"/>
                    <a:pt x="2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11759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2"/>
          <p:cNvSpPr txBox="1">
            <a:spLocks noGrp="1"/>
          </p:cNvSpPr>
          <p:nvPr>
            <p:ph type="title"/>
          </p:nvPr>
        </p:nvSpPr>
        <p:spPr>
          <a:xfrm>
            <a:off x="599555" y="202470"/>
            <a:ext cx="5583106" cy="6991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 smtClean="0">
                <a:solidFill>
                  <a:schemeClr val="accent1"/>
                </a:solidFill>
              </a:rPr>
              <a:t>DIRECTION OF DEVELOPMENT OF OUR PROJECT: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503" name="Google Shape;503;p42"/>
          <p:cNvSpPr txBox="1">
            <a:spLocks noGrp="1"/>
          </p:cNvSpPr>
          <p:nvPr>
            <p:ph type="subTitle" idx="3"/>
          </p:nvPr>
        </p:nvSpPr>
        <p:spPr>
          <a:xfrm>
            <a:off x="1079731" y="2332253"/>
            <a:ext cx="956198" cy="3856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smtClean="0"/>
              <a:t>VOICE </a:t>
            </a:r>
            <a:endParaRPr sz="2000" dirty="0"/>
          </a:p>
        </p:txBody>
      </p:sp>
      <p:sp>
        <p:nvSpPr>
          <p:cNvPr id="504" name="Google Shape;504;p42"/>
          <p:cNvSpPr txBox="1">
            <a:spLocks noGrp="1"/>
          </p:cNvSpPr>
          <p:nvPr>
            <p:ph type="subTitle" idx="4"/>
          </p:nvPr>
        </p:nvSpPr>
        <p:spPr>
          <a:xfrm>
            <a:off x="3765642" y="2156194"/>
            <a:ext cx="2963882" cy="622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buClr>
                <a:schemeClr val="dk1"/>
              </a:buClr>
              <a:buSzPts val="1100"/>
            </a:pPr>
            <a:r>
              <a:rPr lang="en-US" dirty="0" smtClean="0"/>
              <a:t>Considerable </a:t>
            </a:r>
            <a:r>
              <a:rPr lang="en-US" dirty="0"/>
              <a:t>part of emotion state can be identified by voice</a:t>
            </a:r>
            <a:endParaRPr dirty="0"/>
          </a:p>
        </p:txBody>
      </p:sp>
      <p:sp>
        <p:nvSpPr>
          <p:cNvPr id="505" name="Google Shape;505;p42"/>
          <p:cNvSpPr txBox="1">
            <a:spLocks noGrp="1"/>
          </p:cNvSpPr>
          <p:nvPr>
            <p:ph type="subTitle" idx="5"/>
          </p:nvPr>
        </p:nvSpPr>
        <p:spPr>
          <a:xfrm>
            <a:off x="1704669" y="1253639"/>
            <a:ext cx="1342992" cy="4303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smtClean="0"/>
              <a:t>DATABASE</a:t>
            </a:r>
            <a:endParaRPr sz="2000" dirty="0"/>
          </a:p>
        </p:txBody>
      </p:sp>
      <p:sp>
        <p:nvSpPr>
          <p:cNvPr id="506" name="Google Shape;506;p42"/>
          <p:cNvSpPr txBox="1">
            <a:spLocks noGrp="1"/>
          </p:cNvSpPr>
          <p:nvPr>
            <p:ph type="subTitle" idx="6"/>
          </p:nvPr>
        </p:nvSpPr>
        <p:spPr>
          <a:xfrm>
            <a:off x="3760590" y="1043736"/>
            <a:ext cx="3348775" cy="6947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 smtClean="0"/>
              <a:t>Create dataset for recognition students behavior </a:t>
            </a:r>
            <a:endParaRPr dirty="0"/>
          </a:p>
        </p:txBody>
      </p:sp>
      <p:sp>
        <p:nvSpPr>
          <p:cNvPr id="518" name="Google Shape;518;p42"/>
          <p:cNvSpPr/>
          <p:nvPr/>
        </p:nvSpPr>
        <p:spPr>
          <a:xfrm>
            <a:off x="8112937" y="795625"/>
            <a:ext cx="105963" cy="105963"/>
          </a:xfrm>
          <a:custGeom>
            <a:avLst/>
            <a:gdLst/>
            <a:ahLst/>
            <a:cxnLst/>
            <a:rect l="l" t="t" r="r" b="b"/>
            <a:pathLst>
              <a:path w="911" h="911" fill="none" extrusionOk="0">
                <a:moveTo>
                  <a:pt x="910" y="455"/>
                </a:moveTo>
                <a:cubicBezTo>
                  <a:pt x="910" y="669"/>
                  <a:pt x="669" y="910"/>
                  <a:pt x="455" y="910"/>
                </a:cubicBezTo>
                <a:cubicBezTo>
                  <a:pt x="241" y="910"/>
                  <a:pt x="0" y="669"/>
                  <a:pt x="0" y="455"/>
                </a:cubicBezTo>
                <a:cubicBezTo>
                  <a:pt x="0" y="241"/>
                  <a:pt x="241" y="0"/>
                  <a:pt x="455" y="0"/>
                </a:cubicBezTo>
                <a:cubicBezTo>
                  <a:pt x="669" y="0"/>
                  <a:pt x="910" y="241"/>
                  <a:pt x="910" y="455"/>
                </a:cubicBezTo>
                <a:close/>
              </a:path>
            </a:pathLst>
          </a:custGeom>
          <a:noFill/>
          <a:ln w="11375" cap="flat" cmpd="sng">
            <a:solidFill>
              <a:schemeClr val="lt1"/>
            </a:solidFill>
            <a:prstDash val="solid"/>
            <a:miter lim="2676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42"/>
          <p:cNvSpPr/>
          <p:nvPr/>
        </p:nvSpPr>
        <p:spPr>
          <a:xfrm>
            <a:off x="3157249" y="2896816"/>
            <a:ext cx="102939" cy="102822"/>
          </a:xfrm>
          <a:custGeom>
            <a:avLst/>
            <a:gdLst/>
            <a:ahLst/>
            <a:cxnLst/>
            <a:rect l="l" t="t" r="r" b="b"/>
            <a:pathLst>
              <a:path w="885" h="884" fill="none" extrusionOk="0">
                <a:moveTo>
                  <a:pt x="884" y="429"/>
                </a:moveTo>
                <a:cubicBezTo>
                  <a:pt x="884" y="777"/>
                  <a:pt x="777" y="884"/>
                  <a:pt x="456" y="884"/>
                </a:cubicBezTo>
                <a:cubicBezTo>
                  <a:pt x="215" y="884"/>
                  <a:pt x="1" y="777"/>
                  <a:pt x="1" y="429"/>
                </a:cubicBezTo>
                <a:cubicBezTo>
                  <a:pt x="1" y="214"/>
                  <a:pt x="215" y="0"/>
                  <a:pt x="456" y="0"/>
                </a:cubicBezTo>
                <a:cubicBezTo>
                  <a:pt x="777" y="0"/>
                  <a:pt x="884" y="214"/>
                  <a:pt x="884" y="429"/>
                </a:cubicBezTo>
                <a:close/>
              </a:path>
            </a:pathLst>
          </a:custGeom>
          <a:noFill/>
          <a:ln w="11375" cap="flat" cmpd="sng">
            <a:solidFill>
              <a:schemeClr val="lt1"/>
            </a:solidFill>
            <a:prstDash val="solid"/>
            <a:miter lim="2676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6" name="Google Shape;546;p42"/>
          <p:cNvGrpSpPr/>
          <p:nvPr/>
        </p:nvGrpSpPr>
        <p:grpSpPr>
          <a:xfrm>
            <a:off x="3882500" y="4065841"/>
            <a:ext cx="543432" cy="741197"/>
            <a:chOff x="2878829" y="3023092"/>
            <a:chExt cx="543432" cy="741197"/>
          </a:xfrm>
        </p:grpSpPr>
        <p:sp>
          <p:nvSpPr>
            <p:cNvPr id="547" name="Google Shape;547;p42"/>
            <p:cNvSpPr/>
            <p:nvPr/>
          </p:nvSpPr>
          <p:spPr>
            <a:xfrm>
              <a:off x="2878829" y="3023092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0"/>
                  </a:moveTo>
                  <a:lnTo>
                    <a:pt x="1" y="107"/>
                  </a:lnTo>
                  <a:cubicBezTo>
                    <a:pt x="1" y="214"/>
                    <a:pt x="135" y="214"/>
                    <a:pt x="135" y="214"/>
                  </a:cubicBezTo>
                  <a:cubicBezTo>
                    <a:pt x="135" y="214"/>
                    <a:pt x="242" y="214"/>
                    <a:pt x="242" y="107"/>
                  </a:cubicBezTo>
                  <a:lnTo>
                    <a:pt x="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42"/>
            <p:cNvSpPr/>
            <p:nvPr/>
          </p:nvSpPr>
          <p:spPr>
            <a:xfrm>
              <a:off x="3056668" y="3023092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0"/>
                  </a:moveTo>
                  <a:cubicBezTo>
                    <a:pt x="0" y="0"/>
                    <a:pt x="0" y="107"/>
                    <a:pt x="0" y="107"/>
                  </a:cubicBezTo>
                  <a:lnTo>
                    <a:pt x="0" y="214"/>
                  </a:lnTo>
                  <a:cubicBezTo>
                    <a:pt x="107" y="214"/>
                    <a:pt x="107" y="214"/>
                    <a:pt x="107" y="107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42"/>
            <p:cNvSpPr/>
            <p:nvPr/>
          </p:nvSpPr>
          <p:spPr>
            <a:xfrm>
              <a:off x="3224403" y="3023092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lnTo>
                    <a:pt x="0" y="107"/>
                  </a:lnTo>
                  <a:lnTo>
                    <a:pt x="108" y="214"/>
                  </a:lnTo>
                  <a:cubicBezTo>
                    <a:pt x="215" y="214"/>
                    <a:pt x="215" y="214"/>
                    <a:pt x="215" y="107"/>
                  </a:cubicBezTo>
                  <a:cubicBezTo>
                    <a:pt x="215" y="107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42"/>
            <p:cNvSpPr/>
            <p:nvPr/>
          </p:nvSpPr>
          <p:spPr>
            <a:xfrm>
              <a:off x="3402148" y="3023092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" y="0"/>
                    <a:pt x="1" y="107"/>
                    <a:pt x="1" y="107"/>
                  </a:cubicBezTo>
                  <a:cubicBezTo>
                    <a:pt x="1" y="214"/>
                    <a:pt x="1" y="214"/>
                    <a:pt x="108" y="214"/>
                  </a:cubicBezTo>
                  <a:cubicBezTo>
                    <a:pt x="108" y="214"/>
                    <a:pt x="215" y="214"/>
                    <a:pt x="215" y="107"/>
                  </a:cubicBezTo>
                  <a:lnTo>
                    <a:pt x="1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42"/>
            <p:cNvSpPr/>
            <p:nvPr/>
          </p:nvSpPr>
          <p:spPr>
            <a:xfrm>
              <a:off x="2878829" y="3168282"/>
              <a:ext cx="22639" cy="22639"/>
            </a:xfrm>
            <a:custGeom>
              <a:avLst/>
              <a:gdLst/>
              <a:ahLst/>
              <a:cxnLst/>
              <a:rect l="l" t="t" r="r" b="b"/>
              <a:pathLst>
                <a:path w="242" h="242" extrusionOk="0">
                  <a:moveTo>
                    <a:pt x="135" y="1"/>
                  </a:moveTo>
                  <a:lnTo>
                    <a:pt x="1" y="108"/>
                  </a:lnTo>
                  <a:lnTo>
                    <a:pt x="135" y="242"/>
                  </a:lnTo>
                  <a:lnTo>
                    <a:pt x="242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42"/>
            <p:cNvSpPr/>
            <p:nvPr/>
          </p:nvSpPr>
          <p:spPr>
            <a:xfrm>
              <a:off x="3056668" y="3168282"/>
              <a:ext cx="10103" cy="22639"/>
            </a:xfrm>
            <a:custGeom>
              <a:avLst/>
              <a:gdLst/>
              <a:ahLst/>
              <a:cxnLst/>
              <a:rect l="l" t="t" r="r" b="b"/>
              <a:pathLst>
                <a:path w="108" h="242" extrusionOk="0">
                  <a:moveTo>
                    <a:pt x="107" y="1"/>
                  </a:moveTo>
                  <a:cubicBezTo>
                    <a:pt x="0" y="1"/>
                    <a:pt x="0" y="108"/>
                    <a:pt x="0" y="108"/>
                  </a:cubicBezTo>
                  <a:cubicBezTo>
                    <a:pt x="0" y="108"/>
                    <a:pt x="0" y="242"/>
                    <a:pt x="107" y="242"/>
                  </a:cubicBezTo>
                  <a:lnTo>
                    <a:pt x="107" y="10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42"/>
            <p:cNvSpPr/>
            <p:nvPr/>
          </p:nvSpPr>
          <p:spPr>
            <a:xfrm>
              <a:off x="3224403" y="3168282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8" y="1"/>
                  </a:moveTo>
                  <a:lnTo>
                    <a:pt x="0" y="108"/>
                  </a:lnTo>
                  <a:lnTo>
                    <a:pt x="108" y="242"/>
                  </a:lnTo>
                  <a:cubicBezTo>
                    <a:pt x="215" y="242"/>
                    <a:pt x="215" y="108"/>
                    <a:pt x="215" y="108"/>
                  </a:cubicBezTo>
                  <a:cubicBezTo>
                    <a:pt x="215" y="108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42"/>
            <p:cNvSpPr/>
            <p:nvPr/>
          </p:nvSpPr>
          <p:spPr>
            <a:xfrm>
              <a:off x="3402148" y="3168282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8" y="1"/>
                  </a:moveTo>
                  <a:cubicBezTo>
                    <a:pt x="1" y="1"/>
                    <a:pt x="1" y="108"/>
                    <a:pt x="1" y="108"/>
                  </a:cubicBezTo>
                  <a:cubicBezTo>
                    <a:pt x="1" y="108"/>
                    <a:pt x="1" y="242"/>
                    <a:pt x="108" y="242"/>
                  </a:cubicBezTo>
                  <a:lnTo>
                    <a:pt x="215" y="108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42"/>
            <p:cNvSpPr/>
            <p:nvPr/>
          </p:nvSpPr>
          <p:spPr>
            <a:xfrm>
              <a:off x="2878829" y="3315997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1"/>
                  </a:moveTo>
                  <a:lnTo>
                    <a:pt x="1" y="108"/>
                  </a:lnTo>
                  <a:lnTo>
                    <a:pt x="135" y="215"/>
                  </a:lnTo>
                  <a:lnTo>
                    <a:pt x="242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42"/>
            <p:cNvSpPr/>
            <p:nvPr/>
          </p:nvSpPr>
          <p:spPr>
            <a:xfrm>
              <a:off x="3056668" y="3315997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1"/>
                  </a:moveTo>
                  <a:cubicBezTo>
                    <a:pt x="0" y="1"/>
                    <a:pt x="0" y="108"/>
                    <a:pt x="0" y="108"/>
                  </a:cubicBezTo>
                  <a:lnTo>
                    <a:pt x="0" y="215"/>
                  </a:lnTo>
                  <a:cubicBezTo>
                    <a:pt x="107" y="215"/>
                    <a:pt x="107" y="108"/>
                    <a:pt x="107" y="108"/>
                  </a:cubicBez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42"/>
            <p:cNvSpPr/>
            <p:nvPr/>
          </p:nvSpPr>
          <p:spPr>
            <a:xfrm>
              <a:off x="3224403" y="3315997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1"/>
                  </a:moveTo>
                  <a:lnTo>
                    <a:pt x="0" y="108"/>
                  </a:lnTo>
                  <a:cubicBezTo>
                    <a:pt x="108" y="108"/>
                    <a:pt x="108" y="215"/>
                    <a:pt x="108" y="215"/>
                  </a:cubicBezTo>
                  <a:cubicBezTo>
                    <a:pt x="215" y="215"/>
                    <a:pt x="215" y="108"/>
                    <a:pt x="215" y="108"/>
                  </a:cubicBez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42"/>
            <p:cNvSpPr/>
            <p:nvPr/>
          </p:nvSpPr>
          <p:spPr>
            <a:xfrm>
              <a:off x="3402148" y="3315997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1"/>
                  </a:moveTo>
                  <a:cubicBezTo>
                    <a:pt x="1" y="1"/>
                    <a:pt x="1" y="108"/>
                    <a:pt x="1" y="108"/>
                  </a:cubicBezTo>
                  <a:cubicBezTo>
                    <a:pt x="1" y="108"/>
                    <a:pt x="1" y="215"/>
                    <a:pt x="108" y="215"/>
                  </a:cubicBezTo>
                  <a:lnTo>
                    <a:pt x="215" y="108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42"/>
            <p:cNvSpPr/>
            <p:nvPr/>
          </p:nvSpPr>
          <p:spPr>
            <a:xfrm>
              <a:off x="2878829" y="3461281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0"/>
                  </a:moveTo>
                  <a:cubicBezTo>
                    <a:pt x="135" y="0"/>
                    <a:pt x="1" y="0"/>
                    <a:pt x="1" y="107"/>
                  </a:cubicBezTo>
                  <a:lnTo>
                    <a:pt x="135" y="214"/>
                  </a:lnTo>
                  <a:lnTo>
                    <a:pt x="242" y="107"/>
                  </a:lnTo>
                  <a:cubicBezTo>
                    <a:pt x="242" y="0"/>
                    <a:pt x="135" y="0"/>
                    <a:pt x="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42"/>
            <p:cNvSpPr/>
            <p:nvPr/>
          </p:nvSpPr>
          <p:spPr>
            <a:xfrm>
              <a:off x="3056668" y="3461281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0"/>
                  </a:moveTo>
                  <a:cubicBezTo>
                    <a:pt x="0" y="0"/>
                    <a:pt x="0" y="0"/>
                    <a:pt x="0" y="107"/>
                  </a:cubicBezTo>
                  <a:lnTo>
                    <a:pt x="0" y="214"/>
                  </a:lnTo>
                  <a:cubicBezTo>
                    <a:pt x="107" y="214"/>
                    <a:pt x="107" y="107"/>
                    <a:pt x="107" y="107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42"/>
            <p:cNvSpPr/>
            <p:nvPr/>
          </p:nvSpPr>
          <p:spPr>
            <a:xfrm>
              <a:off x="3224403" y="3461281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08" y="0"/>
                    <a:pt x="0" y="0"/>
                    <a:pt x="0" y="107"/>
                  </a:cubicBezTo>
                  <a:cubicBezTo>
                    <a:pt x="108" y="107"/>
                    <a:pt x="108" y="107"/>
                    <a:pt x="108" y="214"/>
                  </a:cubicBezTo>
                  <a:cubicBezTo>
                    <a:pt x="215" y="214"/>
                    <a:pt x="215" y="107"/>
                    <a:pt x="215" y="107"/>
                  </a:cubicBezTo>
                  <a:cubicBezTo>
                    <a:pt x="215" y="0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42"/>
            <p:cNvSpPr/>
            <p:nvPr/>
          </p:nvSpPr>
          <p:spPr>
            <a:xfrm>
              <a:off x="3402148" y="3461281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" y="0"/>
                    <a:pt x="1" y="0"/>
                    <a:pt x="1" y="107"/>
                  </a:cubicBezTo>
                  <a:cubicBezTo>
                    <a:pt x="1" y="107"/>
                    <a:pt x="1" y="214"/>
                    <a:pt x="108" y="214"/>
                  </a:cubicBezTo>
                  <a:lnTo>
                    <a:pt x="215" y="107"/>
                  </a:lnTo>
                  <a:cubicBezTo>
                    <a:pt x="215" y="0"/>
                    <a:pt x="108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42"/>
            <p:cNvSpPr/>
            <p:nvPr/>
          </p:nvSpPr>
          <p:spPr>
            <a:xfrm>
              <a:off x="2878829" y="3606470"/>
              <a:ext cx="22639" cy="10103"/>
            </a:xfrm>
            <a:custGeom>
              <a:avLst/>
              <a:gdLst/>
              <a:ahLst/>
              <a:cxnLst/>
              <a:rect l="l" t="t" r="r" b="b"/>
              <a:pathLst>
                <a:path w="242" h="108" extrusionOk="0">
                  <a:moveTo>
                    <a:pt x="135" y="1"/>
                  </a:moveTo>
                  <a:cubicBezTo>
                    <a:pt x="135" y="1"/>
                    <a:pt x="1" y="1"/>
                    <a:pt x="1" y="108"/>
                  </a:cubicBezTo>
                  <a:lnTo>
                    <a:pt x="242" y="108"/>
                  </a:lnTo>
                  <a:cubicBezTo>
                    <a:pt x="242" y="1"/>
                    <a:pt x="135" y="1"/>
                    <a:pt x="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42"/>
            <p:cNvSpPr/>
            <p:nvPr/>
          </p:nvSpPr>
          <p:spPr>
            <a:xfrm>
              <a:off x="3056668" y="3606470"/>
              <a:ext cx="10103" cy="15342"/>
            </a:xfrm>
            <a:custGeom>
              <a:avLst/>
              <a:gdLst/>
              <a:ahLst/>
              <a:cxnLst/>
              <a:rect l="l" t="t" r="r" b="b"/>
              <a:pathLst>
                <a:path w="108" h="164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cubicBezTo>
                    <a:pt x="32" y="148"/>
                    <a:pt x="55" y="164"/>
                    <a:pt x="70" y="164"/>
                  </a:cubicBezTo>
                  <a:cubicBezTo>
                    <a:pt x="107" y="164"/>
                    <a:pt x="107" y="76"/>
                    <a:pt x="1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42"/>
            <p:cNvSpPr/>
            <p:nvPr/>
          </p:nvSpPr>
          <p:spPr>
            <a:xfrm>
              <a:off x="3224403" y="3606470"/>
              <a:ext cx="20113" cy="15342"/>
            </a:xfrm>
            <a:custGeom>
              <a:avLst/>
              <a:gdLst/>
              <a:ahLst/>
              <a:cxnLst/>
              <a:rect l="l" t="t" r="r" b="b"/>
              <a:pathLst>
                <a:path w="215" h="164" extrusionOk="0">
                  <a:moveTo>
                    <a:pt x="108" y="1"/>
                  </a:moveTo>
                  <a:cubicBezTo>
                    <a:pt x="108" y="1"/>
                    <a:pt x="0" y="1"/>
                    <a:pt x="0" y="108"/>
                  </a:cubicBezTo>
                  <a:lnTo>
                    <a:pt x="108" y="108"/>
                  </a:lnTo>
                  <a:cubicBezTo>
                    <a:pt x="140" y="148"/>
                    <a:pt x="162" y="164"/>
                    <a:pt x="178" y="164"/>
                  </a:cubicBezTo>
                  <a:cubicBezTo>
                    <a:pt x="215" y="164"/>
                    <a:pt x="215" y="76"/>
                    <a:pt x="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42"/>
            <p:cNvSpPr/>
            <p:nvPr/>
          </p:nvSpPr>
          <p:spPr>
            <a:xfrm>
              <a:off x="3402148" y="3606470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108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42"/>
            <p:cNvSpPr/>
            <p:nvPr/>
          </p:nvSpPr>
          <p:spPr>
            <a:xfrm>
              <a:off x="2878829" y="3754186"/>
              <a:ext cx="22639" cy="10103"/>
            </a:xfrm>
            <a:custGeom>
              <a:avLst/>
              <a:gdLst/>
              <a:ahLst/>
              <a:cxnLst/>
              <a:rect l="l" t="t" r="r" b="b"/>
              <a:pathLst>
                <a:path w="242" h="108" extrusionOk="0">
                  <a:moveTo>
                    <a:pt x="135" y="1"/>
                  </a:moveTo>
                  <a:cubicBezTo>
                    <a:pt x="135" y="1"/>
                    <a:pt x="1" y="1"/>
                    <a:pt x="1" y="108"/>
                  </a:cubicBezTo>
                  <a:lnTo>
                    <a:pt x="242" y="108"/>
                  </a:lnTo>
                  <a:cubicBezTo>
                    <a:pt x="242" y="1"/>
                    <a:pt x="135" y="1"/>
                    <a:pt x="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42"/>
            <p:cNvSpPr/>
            <p:nvPr/>
          </p:nvSpPr>
          <p:spPr>
            <a:xfrm>
              <a:off x="3056668" y="3754186"/>
              <a:ext cx="10103" cy="10103"/>
            </a:xfrm>
            <a:custGeom>
              <a:avLst/>
              <a:gdLst/>
              <a:ahLst/>
              <a:cxnLst/>
              <a:rect l="l" t="t" r="r" b="b"/>
              <a:pathLst>
                <a:path w="108" h="108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lnTo>
                    <a:pt x="107" y="10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42"/>
            <p:cNvSpPr/>
            <p:nvPr/>
          </p:nvSpPr>
          <p:spPr>
            <a:xfrm>
              <a:off x="3224403" y="3754186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08" y="1"/>
                    <a:pt x="0" y="1"/>
                    <a:pt x="0" y="108"/>
                  </a:cubicBezTo>
                  <a:lnTo>
                    <a:pt x="215" y="108"/>
                  </a:ln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42"/>
            <p:cNvSpPr/>
            <p:nvPr/>
          </p:nvSpPr>
          <p:spPr>
            <a:xfrm>
              <a:off x="3402148" y="3754186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108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" name="Google Shape;14400;p87"/>
          <p:cNvGrpSpPr/>
          <p:nvPr/>
        </p:nvGrpSpPr>
        <p:grpSpPr>
          <a:xfrm>
            <a:off x="1079731" y="1106034"/>
            <a:ext cx="520827" cy="605157"/>
            <a:chOff x="859262" y="3353920"/>
            <a:chExt cx="306759" cy="351445"/>
          </a:xfrm>
          <a:solidFill>
            <a:schemeClr val="bg1"/>
          </a:solidFill>
        </p:grpSpPr>
        <p:sp>
          <p:nvSpPr>
            <p:cNvPr id="79" name="Google Shape;14401;p87"/>
            <p:cNvSpPr/>
            <p:nvPr/>
          </p:nvSpPr>
          <p:spPr>
            <a:xfrm>
              <a:off x="859262" y="3415718"/>
              <a:ext cx="132563" cy="205937"/>
            </a:xfrm>
            <a:custGeom>
              <a:avLst/>
              <a:gdLst/>
              <a:ahLst/>
              <a:cxnLst/>
              <a:rect l="l" t="t" r="r" b="b"/>
              <a:pathLst>
                <a:path w="4168" h="6475" extrusionOk="0">
                  <a:moveTo>
                    <a:pt x="1444" y="0"/>
                  </a:moveTo>
                  <a:cubicBezTo>
                    <a:pt x="1418" y="0"/>
                    <a:pt x="1392" y="7"/>
                    <a:pt x="1369" y="22"/>
                  </a:cubicBezTo>
                  <a:lnTo>
                    <a:pt x="262" y="665"/>
                  </a:lnTo>
                  <a:cubicBezTo>
                    <a:pt x="0" y="808"/>
                    <a:pt x="0" y="1200"/>
                    <a:pt x="262" y="1367"/>
                  </a:cubicBezTo>
                  <a:lnTo>
                    <a:pt x="1143" y="1867"/>
                  </a:lnTo>
                  <a:lnTo>
                    <a:pt x="429" y="2284"/>
                  </a:lnTo>
                  <a:cubicBezTo>
                    <a:pt x="83" y="2474"/>
                    <a:pt x="83" y="2974"/>
                    <a:pt x="429" y="3165"/>
                  </a:cubicBezTo>
                  <a:lnTo>
                    <a:pt x="1167" y="3594"/>
                  </a:lnTo>
                  <a:lnTo>
                    <a:pt x="417" y="4022"/>
                  </a:lnTo>
                  <a:cubicBezTo>
                    <a:pt x="71" y="4225"/>
                    <a:pt x="71" y="4713"/>
                    <a:pt x="417" y="4903"/>
                  </a:cubicBezTo>
                  <a:lnTo>
                    <a:pt x="1155" y="5332"/>
                  </a:lnTo>
                  <a:lnTo>
                    <a:pt x="917" y="5463"/>
                  </a:lnTo>
                  <a:cubicBezTo>
                    <a:pt x="774" y="5558"/>
                    <a:pt x="833" y="5784"/>
                    <a:pt x="1012" y="5784"/>
                  </a:cubicBezTo>
                  <a:cubicBezTo>
                    <a:pt x="1084" y="5784"/>
                    <a:pt x="1095" y="5749"/>
                    <a:pt x="1488" y="5522"/>
                  </a:cubicBezTo>
                  <a:lnTo>
                    <a:pt x="3119" y="6463"/>
                  </a:lnTo>
                  <a:cubicBezTo>
                    <a:pt x="3155" y="6475"/>
                    <a:pt x="3179" y="6475"/>
                    <a:pt x="3191" y="6475"/>
                  </a:cubicBezTo>
                  <a:cubicBezTo>
                    <a:pt x="3250" y="6475"/>
                    <a:pt x="3310" y="6451"/>
                    <a:pt x="3346" y="6392"/>
                  </a:cubicBezTo>
                  <a:cubicBezTo>
                    <a:pt x="3393" y="6320"/>
                    <a:pt x="3358" y="6213"/>
                    <a:pt x="3286" y="6165"/>
                  </a:cubicBezTo>
                  <a:cubicBezTo>
                    <a:pt x="2643" y="5796"/>
                    <a:pt x="1226" y="4987"/>
                    <a:pt x="560" y="4618"/>
                  </a:cubicBezTo>
                  <a:cubicBezTo>
                    <a:pt x="441" y="4546"/>
                    <a:pt x="441" y="4368"/>
                    <a:pt x="560" y="4308"/>
                  </a:cubicBezTo>
                  <a:lnTo>
                    <a:pt x="1476" y="3772"/>
                  </a:lnTo>
                  <a:cubicBezTo>
                    <a:pt x="1498" y="3782"/>
                    <a:pt x="1520" y="3786"/>
                    <a:pt x="1541" y="3786"/>
                  </a:cubicBezTo>
                  <a:cubicBezTo>
                    <a:pt x="1627" y="3786"/>
                    <a:pt x="1705" y="3717"/>
                    <a:pt x="1715" y="3641"/>
                  </a:cubicBezTo>
                  <a:cubicBezTo>
                    <a:pt x="1715" y="3582"/>
                    <a:pt x="1691" y="3522"/>
                    <a:pt x="1631" y="3486"/>
                  </a:cubicBezTo>
                  <a:lnTo>
                    <a:pt x="1476" y="3403"/>
                  </a:lnTo>
                  <a:lnTo>
                    <a:pt x="560" y="2879"/>
                  </a:lnTo>
                  <a:cubicBezTo>
                    <a:pt x="441" y="2808"/>
                    <a:pt x="441" y="2629"/>
                    <a:pt x="560" y="2570"/>
                  </a:cubicBezTo>
                  <a:lnTo>
                    <a:pt x="1441" y="2058"/>
                  </a:lnTo>
                  <a:lnTo>
                    <a:pt x="3870" y="3439"/>
                  </a:lnTo>
                  <a:cubicBezTo>
                    <a:pt x="3893" y="3463"/>
                    <a:pt x="3929" y="3463"/>
                    <a:pt x="3941" y="3463"/>
                  </a:cubicBezTo>
                  <a:cubicBezTo>
                    <a:pt x="4001" y="3463"/>
                    <a:pt x="4060" y="3427"/>
                    <a:pt x="4084" y="3367"/>
                  </a:cubicBezTo>
                  <a:cubicBezTo>
                    <a:pt x="4167" y="3296"/>
                    <a:pt x="4132" y="3189"/>
                    <a:pt x="4060" y="3153"/>
                  </a:cubicBezTo>
                  <a:cubicBezTo>
                    <a:pt x="1262" y="1558"/>
                    <a:pt x="3215" y="2653"/>
                    <a:pt x="429" y="1069"/>
                  </a:cubicBezTo>
                  <a:cubicBezTo>
                    <a:pt x="381" y="1034"/>
                    <a:pt x="381" y="962"/>
                    <a:pt x="429" y="950"/>
                  </a:cubicBezTo>
                  <a:lnTo>
                    <a:pt x="1524" y="307"/>
                  </a:lnTo>
                  <a:cubicBezTo>
                    <a:pt x="1607" y="260"/>
                    <a:pt x="1631" y="153"/>
                    <a:pt x="1584" y="81"/>
                  </a:cubicBezTo>
                  <a:cubicBezTo>
                    <a:pt x="1559" y="32"/>
                    <a:pt x="1501" y="0"/>
                    <a:pt x="14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4402;p87"/>
            <p:cNvSpPr/>
            <p:nvPr/>
          </p:nvSpPr>
          <p:spPr>
            <a:xfrm>
              <a:off x="916415" y="3353920"/>
              <a:ext cx="178013" cy="62147"/>
            </a:xfrm>
            <a:custGeom>
              <a:avLst/>
              <a:gdLst/>
              <a:ahLst/>
              <a:cxnLst/>
              <a:rect l="l" t="t" r="r" b="b"/>
              <a:pathLst>
                <a:path w="5597" h="1954" extrusionOk="0">
                  <a:moveTo>
                    <a:pt x="3061" y="0"/>
                  </a:moveTo>
                  <a:cubicBezTo>
                    <a:pt x="2891" y="0"/>
                    <a:pt x="2929" y="33"/>
                    <a:pt x="144" y="1631"/>
                  </a:cubicBezTo>
                  <a:cubicBezTo>
                    <a:pt x="1" y="1727"/>
                    <a:pt x="60" y="1953"/>
                    <a:pt x="239" y="1953"/>
                  </a:cubicBezTo>
                  <a:cubicBezTo>
                    <a:pt x="245" y="1953"/>
                    <a:pt x="249" y="1953"/>
                    <a:pt x="254" y="1953"/>
                  </a:cubicBezTo>
                  <a:cubicBezTo>
                    <a:pt x="317" y="1953"/>
                    <a:pt x="372" y="1901"/>
                    <a:pt x="3049" y="357"/>
                  </a:cubicBezTo>
                  <a:cubicBezTo>
                    <a:pt x="3060" y="350"/>
                    <a:pt x="3067" y="344"/>
                    <a:pt x="3080" y="344"/>
                  </a:cubicBezTo>
                  <a:cubicBezTo>
                    <a:pt x="3151" y="344"/>
                    <a:pt x="3392" y="523"/>
                    <a:pt x="5347" y="1631"/>
                  </a:cubicBezTo>
                  <a:cubicBezTo>
                    <a:pt x="5372" y="1648"/>
                    <a:pt x="5402" y="1656"/>
                    <a:pt x="5431" y="1656"/>
                  </a:cubicBezTo>
                  <a:cubicBezTo>
                    <a:pt x="5485" y="1656"/>
                    <a:pt x="5538" y="1630"/>
                    <a:pt x="5561" y="1584"/>
                  </a:cubicBezTo>
                  <a:cubicBezTo>
                    <a:pt x="5597" y="1488"/>
                    <a:pt x="5561" y="1381"/>
                    <a:pt x="5490" y="1334"/>
                  </a:cubicBezTo>
                  <a:cubicBezTo>
                    <a:pt x="3216" y="48"/>
                    <a:pt x="3263" y="0"/>
                    <a:pt x="3085" y="0"/>
                  </a:cubicBezTo>
                  <a:cubicBezTo>
                    <a:pt x="3076" y="0"/>
                    <a:pt x="3069" y="0"/>
                    <a:pt x="30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4403;p87"/>
            <p:cNvSpPr/>
            <p:nvPr/>
          </p:nvSpPr>
          <p:spPr>
            <a:xfrm>
              <a:off x="920582" y="3405858"/>
              <a:ext cx="245439" cy="243817"/>
            </a:xfrm>
            <a:custGeom>
              <a:avLst/>
              <a:gdLst/>
              <a:ahLst/>
              <a:cxnLst/>
              <a:rect l="l" t="t" r="r" b="b"/>
              <a:pathLst>
                <a:path w="7717" h="7666" extrusionOk="0">
                  <a:moveTo>
                    <a:pt x="6359" y="844"/>
                  </a:moveTo>
                  <a:lnTo>
                    <a:pt x="6359" y="1808"/>
                  </a:lnTo>
                  <a:lnTo>
                    <a:pt x="5359" y="1332"/>
                  </a:lnTo>
                  <a:lnTo>
                    <a:pt x="6359" y="844"/>
                  </a:lnTo>
                  <a:close/>
                  <a:moveTo>
                    <a:pt x="5820" y="0"/>
                  </a:moveTo>
                  <a:cubicBezTo>
                    <a:pt x="5762" y="0"/>
                    <a:pt x="5701" y="33"/>
                    <a:pt x="5668" y="82"/>
                  </a:cubicBezTo>
                  <a:cubicBezTo>
                    <a:pt x="5621" y="153"/>
                    <a:pt x="5656" y="260"/>
                    <a:pt x="5728" y="308"/>
                  </a:cubicBezTo>
                  <a:lnTo>
                    <a:pt x="6144" y="546"/>
                  </a:lnTo>
                  <a:lnTo>
                    <a:pt x="4882" y="1153"/>
                  </a:lnTo>
                  <a:cubicBezTo>
                    <a:pt x="4823" y="1177"/>
                    <a:pt x="4799" y="1237"/>
                    <a:pt x="4799" y="1296"/>
                  </a:cubicBezTo>
                  <a:cubicBezTo>
                    <a:pt x="4799" y="1356"/>
                    <a:pt x="4823" y="1415"/>
                    <a:pt x="4882" y="1451"/>
                  </a:cubicBezTo>
                  <a:lnTo>
                    <a:pt x="6144" y="2058"/>
                  </a:lnTo>
                  <a:cubicBezTo>
                    <a:pt x="5656" y="2344"/>
                    <a:pt x="3204" y="3737"/>
                    <a:pt x="2954" y="3892"/>
                  </a:cubicBezTo>
                  <a:cubicBezTo>
                    <a:pt x="2942" y="3898"/>
                    <a:pt x="2930" y="3901"/>
                    <a:pt x="2916" y="3901"/>
                  </a:cubicBezTo>
                  <a:cubicBezTo>
                    <a:pt x="2903" y="3901"/>
                    <a:pt x="2888" y="3898"/>
                    <a:pt x="2870" y="3892"/>
                  </a:cubicBezTo>
                  <a:lnTo>
                    <a:pt x="2668" y="3773"/>
                  </a:lnTo>
                  <a:cubicBezTo>
                    <a:pt x="2645" y="3758"/>
                    <a:pt x="2619" y="3751"/>
                    <a:pt x="2593" y="3751"/>
                  </a:cubicBezTo>
                  <a:cubicBezTo>
                    <a:pt x="2535" y="3751"/>
                    <a:pt x="2474" y="3783"/>
                    <a:pt x="2442" y="3832"/>
                  </a:cubicBezTo>
                  <a:cubicBezTo>
                    <a:pt x="2394" y="3904"/>
                    <a:pt x="2430" y="4011"/>
                    <a:pt x="2501" y="4058"/>
                  </a:cubicBezTo>
                  <a:lnTo>
                    <a:pt x="2715" y="4177"/>
                  </a:lnTo>
                  <a:cubicBezTo>
                    <a:pt x="2775" y="4201"/>
                    <a:pt x="2846" y="4237"/>
                    <a:pt x="2906" y="4237"/>
                  </a:cubicBezTo>
                  <a:cubicBezTo>
                    <a:pt x="2977" y="4237"/>
                    <a:pt x="3037" y="4213"/>
                    <a:pt x="3096" y="4177"/>
                  </a:cubicBezTo>
                  <a:lnTo>
                    <a:pt x="6299" y="2344"/>
                  </a:lnTo>
                  <a:lnTo>
                    <a:pt x="7180" y="2844"/>
                  </a:lnTo>
                  <a:cubicBezTo>
                    <a:pt x="7299" y="2927"/>
                    <a:pt x="7299" y="3106"/>
                    <a:pt x="7180" y="3165"/>
                  </a:cubicBezTo>
                  <a:cubicBezTo>
                    <a:pt x="4823" y="4499"/>
                    <a:pt x="5823" y="3939"/>
                    <a:pt x="2989" y="5559"/>
                  </a:cubicBezTo>
                  <a:cubicBezTo>
                    <a:pt x="2960" y="5570"/>
                    <a:pt x="2930" y="5576"/>
                    <a:pt x="2900" y="5576"/>
                  </a:cubicBezTo>
                  <a:cubicBezTo>
                    <a:pt x="2870" y="5576"/>
                    <a:pt x="2840" y="5570"/>
                    <a:pt x="2811" y="5559"/>
                  </a:cubicBezTo>
                  <a:lnTo>
                    <a:pt x="275" y="4094"/>
                  </a:lnTo>
                  <a:cubicBezTo>
                    <a:pt x="249" y="4083"/>
                    <a:pt x="222" y="4078"/>
                    <a:pt x="196" y="4078"/>
                  </a:cubicBezTo>
                  <a:cubicBezTo>
                    <a:pt x="137" y="4078"/>
                    <a:pt x="81" y="4104"/>
                    <a:pt x="48" y="4154"/>
                  </a:cubicBezTo>
                  <a:cubicBezTo>
                    <a:pt x="1" y="4237"/>
                    <a:pt x="37" y="4332"/>
                    <a:pt x="108" y="4380"/>
                  </a:cubicBezTo>
                  <a:lnTo>
                    <a:pt x="2656" y="5844"/>
                  </a:lnTo>
                  <a:cubicBezTo>
                    <a:pt x="2727" y="5880"/>
                    <a:pt x="2811" y="5916"/>
                    <a:pt x="2906" y="5916"/>
                  </a:cubicBezTo>
                  <a:cubicBezTo>
                    <a:pt x="2989" y="5916"/>
                    <a:pt x="3085" y="5880"/>
                    <a:pt x="3156" y="5844"/>
                  </a:cubicBezTo>
                  <a:lnTo>
                    <a:pt x="6264" y="4070"/>
                  </a:lnTo>
                  <a:lnTo>
                    <a:pt x="7192" y="4606"/>
                  </a:lnTo>
                  <a:cubicBezTo>
                    <a:pt x="7311" y="4678"/>
                    <a:pt x="7311" y="4856"/>
                    <a:pt x="7192" y="4916"/>
                  </a:cubicBezTo>
                  <a:cubicBezTo>
                    <a:pt x="7097" y="4963"/>
                    <a:pt x="7121" y="4963"/>
                    <a:pt x="3013" y="7309"/>
                  </a:cubicBezTo>
                  <a:cubicBezTo>
                    <a:pt x="2983" y="7327"/>
                    <a:pt x="2954" y="7336"/>
                    <a:pt x="2924" y="7336"/>
                  </a:cubicBezTo>
                  <a:cubicBezTo>
                    <a:pt x="2894" y="7336"/>
                    <a:pt x="2864" y="7327"/>
                    <a:pt x="2835" y="7309"/>
                  </a:cubicBezTo>
                  <a:lnTo>
                    <a:pt x="1942" y="6797"/>
                  </a:lnTo>
                  <a:cubicBezTo>
                    <a:pt x="1913" y="6780"/>
                    <a:pt x="1883" y="6773"/>
                    <a:pt x="1854" y="6773"/>
                  </a:cubicBezTo>
                  <a:cubicBezTo>
                    <a:pt x="1798" y="6773"/>
                    <a:pt x="1747" y="6802"/>
                    <a:pt x="1715" y="6856"/>
                  </a:cubicBezTo>
                  <a:cubicBezTo>
                    <a:pt x="1668" y="6928"/>
                    <a:pt x="1703" y="7035"/>
                    <a:pt x="1775" y="7071"/>
                  </a:cubicBezTo>
                  <a:lnTo>
                    <a:pt x="2668" y="7595"/>
                  </a:lnTo>
                  <a:cubicBezTo>
                    <a:pt x="2739" y="7642"/>
                    <a:pt x="2835" y="7666"/>
                    <a:pt x="2918" y="7666"/>
                  </a:cubicBezTo>
                  <a:cubicBezTo>
                    <a:pt x="3013" y="7666"/>
                    <a:pt x="3096" y="7642"/>
                    <a:pt x="3168" y="7595"/>
                  </a:cubicBezTo>
                  <a:lnTo>
                    <a:pt x="6287" y="5821"/>
                  </a:lnTo>
                  <a:lnTo>
                    <a:pt x="7204" y="6356"/>
                  </a:lnTo>
                  <a:cubicBezTo>
                    <a:pt x="7323" y="6440"/>
                    <a:pt x="7323" y="6618"/>
                    <a:pt x="7204" y="6678"/>
                  </a:cubicBezTo>
                  <a:lnTo>
                    <a:pt x="6430" y="7118"/>
                  </a:lnTo>
                  <a:cubicBezTo>
                    <a:pt x="6287" y="7214"/>
                    <a:pt x="6347" y="7428"/>
                    <a:pt x="6502" y="7428"/>
                  </a:cubicBezTo>
                  <a:cubicBezTo>
                    <a:pt x="6585" y="7428"/>
                    <a:pt x="6549" y="7416"/>
                    <a:pt x="7359" y="6975"/>
                  </a:cubicBezTo>
                  <a:cubicBezTo>
                    <a:pt x="7716" y="6761"/>
                    <a:pt x="7716" y="6273"/>
                    <a:pt x="7383" y="6082"/>
                  </a:cubicBezTo>
                  <a:lnTo>
                    <a:pt x="6621" y="5642"/>
                  </a:lnTo>
                  <a:lnTo>
                    <a:pt x="7371" y="5213"/>
                  </a:lnTo>
                  <a:cubicBezTo>
                    <a:pt x="7538" y="5130"/>
                    <a:pt x="7621" y="4963"/>
                    <a:pt x="7621" y="4773"/>
                  </a:cubicBezTo>
                  <a:cubicBezTo>
                    <a:pt x="7621" y="4594"/>
                    <a:pt x="7538" y="4427"/>
                    <a:pt x="7371" y="4320"/>
                  </a:cubicBezTo>
                  <a:lnTo>
                    <a:pt x="6609" y="3892"/>
                  </a:lnTo>
                  <a:lnTo>
                    <a:pt x="7359" y="3463"/>
                  </a:lnTo>
                  <a:cubicBezTo>
                    <a:pt x="7514" y="3368"/>
                    <a:pt x="7609" y="3201"/>
                    <a:pt x="7609" y="3011"/>
                  </a:cubicBezTo>
                  <a:cubicBezTo>
                    <a:pt x="7609" y="2832"/>
                    <a:pt x="7514" y="2665"/>
                    <a:pt x="7359" y="2570"/>
                  </a:cubicBezTo>
                  <a:lnTo>
                    <a:pt x="6668" y="2165"/>
                  </a:lnTo>
                  <a:cubicBezTo>
                    <a:pt x="6668" y="427"/>
                    <a:pt x="6680" y="510"/>
                    <a:pt x="6621" y="451"/>
                  </a:cubicBezTo>
                  <a:cubicBezTo>
                    <a:pt x="6597" y="403"/>
                    <a:pt x="6609" y="439"/>
                    <a:pt x="5894" y="22"/>
                  </a:cubicBezTo>
                  <a:cubicBezTo>
                    <a:pt x="5872" y="7"/>
                    <a:pt x="5846" y="0"/>
                    <a:pt x="58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4404;p87"/>
            <p:cNvSpPr/>
            <p:nvPr/>
          </p:nvSpPr>
          <p:spPr>
            <a:xfrm>
              <a:off x="986100" y="3642074"/>
              <a:ext cx="129923" cy="63292"/>
            </a:xfrm>
            <a:custGeom>
              <a:avLst/>
              <a:gdLst/>
              <a:ahLst/>
              <a:cxnLst/>
              <a:rect l="l" t="t" r="r" b="b"/>
              <a:pathLst>
                <a:path w="4085" h="1990" extrusionOk="0">
                  <a:moveTo>
                    <a:pt x="3892" y="0"/>
                  </a:moveTo>
                  <a:cubicBezTo>
                    <a:pt x="3864" y="0"/>
                    <a:pt x="3835" y="8"/>
                    <a:pt x="3811" y="25"/>
                  </a:cubicBezTo>
                  <a:lnTo>
                    <a:pt x="965" y="1644"/>
                  </a:lnTo>
                  <a:cubicBezTo>
                    <a:pt x="935" y="1656"/>
                    <a:pt x="906" y="1662"/>
                    <a:pt x="876" y="1662"/>
                  </a:cubicBezTo>
                  <a:cubicBezTo>
                    <a:pt x="846" y="1662"/>
                    <a:pt x="816" y="1656"/>
                    <a:pt x="786" y="1644"/>
                  </a:cubicBezTo>
                  <a:lnTo>
                    <a:pt x="263" y="1346"/>
                  </a:lnTo>
                  <a:cubicBezTo>
                    <a:pt x="240" y="1331"/>
                    <a:pt x="214" y="1325"/>
                    <a:pt x="188" y="1325"/>
                  </a:cubicBezTo>
                  <a:cubicBezTo>
                    <a:pt x="130" y="1325"/>
                    <a:pt x="69" y="1357"/>
                    <a:pt x="36" y="1406"/>
                  </a:cubicBezTo>
                  <a:cubicBezTo>
                    <a:pt x="1" y="1477"/>
                    <a:pt x="24" y="1584"/>
                    <a:pt x="96" y="1632"/>
                  </a:cubicBezTo>
                  <a:cubicBezTo>
                    <a:pt x="572" y="1882"/>
                    <a:pt x="655" y="1989"/>
                    <a:pt x="870" y="1989"/>
                  </a:cubicBezTo>
                  <a:cubicBezTo>
                    <a:pt x="1108" y="1989"/>
                    <a:pt x="965" y="1989"/>
                    <a:pt x="3965" y="287"/>
                  </a:cubicBezTo>
                  <a:cubicBezTo>
                    <a:pt x="4061" y="263"/>
                    <a:pt x="4084" y="156"/>
                    <a:pt x="4025" y="84"/>
                  </a:cubicBezTo>
                  <a:cubicBezTo>
                    <a:pt x="4001" y="29"/>
                    <a:pt x="3947" y="0"/>
                    <a:pt x="38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4405;p87"/>
            <p:cNvSpPr/>
            <p:nvPr/>
          </p:nvSpPr>
          <p:spPr>
            <a:xfrm>
              <a:off x="862283" y="3599678"/>
              <a:ext cx="118696" cy="84156"/>
            </a:xfrm>
            <a:custGeom>
              <a:avLst/>
              <a:gdLst/>
              <a:ahLst/>
              <a:cxnLst/>
              <a:rect l="l" t="t" r="r" b="b"/>
              <a:pathLst>
                <a:path w="3732" h="2646" extrusionOk="0">
                  <a:moveTo>
                    <a:pt x="366" y="1"/>
                  </a:moveTo>
                  <a:cubicBezTo>
                    <a:pt x="332" y="1"/>
                    <a:pt x="299" y="9"/>
                    <a:pt x="274" y="24"/>
                  </a:cubicBezTo>
                  <a:cubicBezTo>
                    <a:pt x="0" y="250"/>
                    <a:pt x="36" y="679"/>
                    <a:pt x="346" y="858"/>
                  </a:cubicBezTo>
                  <a:cubicBezTo>
                    <a:pt x="3352" y="2574"/>
                    <a:pt x="3447" y="2644"/>
                    <a:pt x="3517" y="2644"/>
                  </a:cubicBezTo>
                  <a:cubicBezTo>
                    <a:pt x="3523" y="2644"/>
                    <a:pt x="3529" y="2644"/>
                    <a:pt x="3536" y="2644"/>
                  </a:cubicBezTo>
                  <a:cubicBezTo>
                    <a:pt x="3544" y="2645"/>
                    <a:pt x="3550" y="2645"/>
                    <a:pt x="3557" y="2645"/>
                  </a:cubicBezTo>
                  <a:cubicBezTo>
                    <a:pt x="3685" y="2645"/>
                    <a:pt x="3732" y="2436"/>
                    <a:pt x="3596" y="2346"/>
                  </a:cubicBezTo>
                  <a:lnTo>
                    <a:pt x="500" y="584"/>
                  </a:lnTo>
                  <a:cubicBezTo>
                    <a:pt x="381" y="524"/>
                    <a:pt x="381" y="358"/>
                    <a:pt x="465" y="286"/>
                  </a:cubicBezTo>
                  <a:cubicBezTo>
                    <a:pt x="536" y="227"/>
                    <a:pt x="536" y="119"/>
                    <a:pt x="500" y="60"/>
                  </a:cubicBezTo>
                  <a:cubicBezTo>
                    <a:pt x="465" y="18"/>
                    <a:pt x="414" y="1"/>
                    <a:pt x="3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74" name="Picture 2" descr="Voice Icon of Line style - Available in SVG, PNG, EPS, AI &amp; Icon fonts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287" y="2217073"/>
            <a:ext cx="634569" cy="634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7" name="Google Shape;505;p42"/>
          <p:cNvSpPr txBox="1">
            <a:spLocks noGrp="1"/>
          </p:cNvSpPr>
          <p:nvPr>
            <p:ph type="subTitle" idx="5"/>
          </p:nvPr>
        </p:nvSpPr>
        <p:spPr>
          <a:xfrm>
            <a:off x="1779794" y="3284693"/>
            <a:ext cx="955655" cy="4303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smtClean="0"/>
              <a:t>STREAM</a:t>
            </a:r>
            <a:endParaRPr sz="2000" dirty="0"/>
          </a:p>
        </p:txBody>
      </p:sp>
      <p:pic>
        <p:nvPicPr>
          <p:cNvPr id="1026" name="Picture 2" descr="Картинки по запросу &quot;zoom png&quot;"/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720" y="3129966"/>
            <a:ext cx="629185" cy="629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4" name="Google Shape;506;p42"/>
          <p:cNvSpPr txBox="1">
            <a:spLocks noGrp="1"/>
          </p:cNvSpPr>
          <p:nvPr>
            <p:ph type="subTitle" idx="6"/>
          </p:nvPr>
        </p:nvSpPr>
        <p:spPr>
          <a:xfrm>
            <a:off x="3755539" y="3228931"/>
            <a:ext cx="3223844" cy="6947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 smtClean="0"/>
              <a:t>Integration with third party videoconference services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Google Shape;2369;p6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85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smtClean="0"/>
              <a:t>TEAM</a:t>
            </a:r>
            <a:endParaRPr dirty="0"/>
          </a:p>
        </p:txBody>
      </p:sp>
      <p:sp>
        <p:nvSpPr>
          <p:cNvPr id="2371" name="Google Shape;2371;p63"/>
          <p:cNvSpPr txBox="1">
            <a:spLocks noGrp="1"/>
          </p:cNvSpPr>
          <p:nvPr>
            <p:ph type="subTitle" idx="4294967295"/>
          </p:nvPr>
        </p:nvSpPr>
        <p:spPr>
          <a:xfrm>
            <a:off x="974736" y="3237262"/>
            <a:ext cx="1682700" cy="3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dirty="0" smtClean="0">
                <a:latin typeface="Oswald"/>
                <a:ea typeface="Oswald"/>
                <a:cs typeface="Oswald"/>
                <a:sym typeface="Oswald"/>
              </a:rPr>
              <a:t>Liubov Kurets</a:t>
            </a:r>
            <a:endParaRPr sz="1800"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72" name="Google Shape;2372;p63"/>
          <p:cNvSpPr txBox="1">
            <a:spLocks noGrp="1"/>
          </p:cNvSpPr>
          <p:nvPr>
            <p:ph type="subTitle" idx="4294967295"/>
          </p:nvPr>
        </p:nvSpPr>
        <p:spPr>
          <a:xfrm>
            <a:off x="3788802" y="3233372"/>
            <a:ext cx="1682700" cy="3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 dirty="0" smtClean="0">
                <a:latin typeface="Oswald"/>
                <a:ea typeface="Oswald"/>
                <a:cs typeface="Oswald"/>
                <a:sym typeface="Oswald"/>
              </a:rPr>
              <a:t>Yana Chernyak</a:t>
            </a:r>
            <a:endParaRPr sz="1800"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373" name="Google Shape;2373;p63"/>
          <p:cNvSpPr txBox="1">
            <a:spLocks noGrp="1"/>
          </p:cNvSpPr>
          <p:nvPr>
            <p:ph type="subTitle" idx="4294967295"/>
          </p:nvPr>
        </p:nvSpPr>
        <p:spPr>
          <a:xfrm>
            <a:off x="6528345" y="3196130"/>
            <a:ext cx="1818936" cy="3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Aft>
                <a:spcPts val="1600"/>
              </a:spcAft>
              <a:buNone/>
            </a:pPr>
            <a:r>
              <a:rPr lang="en-US" sz="1800" dirty="0">
                <a:latin typeface="Oswald"/>
                <a:ea typeface="Oswald"/>
                <a:cs typeface="Oswald"/>
                <a:sym typeface="Oswald"/>
              </a:rPr>
              <a:t>David </a:t>
            </a:r>
            <a:r>
              <a:rPr lang="en-US" sz="1800" dirty="0" err="1">
                <a:latin typeface="Oswald"/>
                <a:ea typeface="Oswald"/>
                <a:cs typeface="Oswald"/>
                <a:sym typeface="Oswald"/>
              </a:rPr>
              <a:t>Samohovec</a:t>
            </a:r>
            <a:endParaRPr sz="1800" dirty="0"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2419" name="Google Shape;2419;p63"/>
          <p:cNvGrpSpPr/>
          <p:nvPr/>
        </p:nvGrpSpPr>
        <p:grpSpPr>
          <a:xfrm>
            <a:off x="6817704" y="321305"/>
            <a:ext cx="543432" cy="741197"/>
            <a:chOff x="2878829" y="3023092"/>
            <a:chExt cx="543432" cy="741197"/>
          </a:xfrm>
        </p:grpSpPr>
        <p:sp>
          <p:nvSpPr>
            <p:cNvPr id="2420" name="Google Shape;2420;p63"/>
            <p:cNvSpPr/>
            <p:nvPr/>
          </p:nvSpPr>
          <p:spPr>
            <a:xfrm>
              <a:off x="2878829" y="3023092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0"/>
                  </a:moveTo>
                  <a:lnTo>
                    <a:pt x="1" y="107"/>
                  </a:lnTo>
                  <a:cubicBezTo>
                    <a:pt x="1" y="214"/>
                    <a:pt x="135" y="214"/>
                    <a:pt x="135" y="214"/>
                  </a:cubicBezTo>
                  <a:cubicBezTo>
                    <a:pt x="135" y="214"/>
                    <a:pt x="242" y="214"/>
                    <a:pt x="242" y="107"/>
                  </a:cubicBezTo>
                  <a:lnTo>
                    <a:pt x="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63"/>
            <p:cNvSpPr/>
            <p:nvPr/>
          </p:nvSpPr>
          <p:spPr>
            <a:xfrm>
              <a:off x="3056668" y="3023092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0"/>
                  </a:moveTo>
                  <a:cubicBezTo>
                    <a:pt x="0" y="0"/>
                    <a:pt x="0" y="107"/>
                    <a:pt x="0" y="107"/>
                  </a:cubicBezTo>
                  <a:lnTo>
                    <a:pt x="0" y="214"/>
                  </a:lnTo>
                  <a:cubicBezTo>
                    <a:pt x="107" y="214"/>
                    <a:pt x="107" y="214"/>
                    <a:pt x="107" y="107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63"/>
            <p:cNvSpPr/>
            <p:nvPr/>
          </p:nvSpPr>
          <p:spPr>
            <a:xfrm>
              <a:off x="3224403" y="3023092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lnTo>
                    <a:pt x="0" y="107"/>
                  </a:lnTo>
                  <a:lnTo>
                    <a:pt x="108" y="214"/>
                  </a:lnTo>
                  <a:cubicBezTo>
                    <a:pt x="215" y="214"/>
                    <a:pt x="215" y="214"/>
                    <a:pt x="215" y="107"/>
                  </a:cubicBezTo>
                  <a:cubicBezTo>
                    <a:pt x="215" y="107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63"/>
            <p:cNvSpPr/>
            <p:nvPr/>
          </p:nvSpPr>
          <p:spPr>
            <a:xfrm>
              <a:off x="3402148" y="3023092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" y="0"/>
                    <a:pt x="1" y="107"/>
                    <a:pt x="1" y="107"/>
                  </a:cubicBezTo>
                  <a:cubicBezTo>
                    <a:pt x="1" y="214"/>
                    <a:pt x="1" y="214"/>
                    <a:pt x="108" y="214"/>
                  </a:cubicBezTo>
                  <a:cubicBezTo>
                    <a:pt x="108" y="214"/>
                    <a:pt x="215" y="214"/>
                    <a:pt x="215" y="107"/>
                  </a:cubicBezTo>
                  <a:lnTo>
                    <a:pt x="1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63"/>
            <p:cNvSpPr/>
            <p:nvPr/>
          </p:nvSpPr>
          <p:spPr>
            <a:xfrm>
              <a:off x="2878829" y="3168282"/>
              <a:ext cx="22639" cy="22639"/>
            </a:xfrm>
            <a:custGeom>
              <a:avLst/>
              <a:gdLst/>
              <a:ahLst/>
              <a:cxnLst/>
              <a:rect l="l" t="t" r="r" b="b"/>
              <a:pathLst>
                <a:path w="242" h="242" extrusionOk="0">
                  <a:moveTo>
                    <a:pt x="135" y="1"/>
                  </a:moveTo>
                  <a:lnTo>
                    <a:pt x="1" y="108"/>
                  </a:lnTo>
                  <a:lnTo>
                    <a:pt x="135" y="242"/>
                  </a:lnTo>
                  <a:lnTo>
                    <a:pt x="242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63"/>
            <p:cNvSpPr/>
            <p:nvPr/>
          </p:nvSpPr>
          <p:spPr>
            <a:xfrm>
              <a:off x="3056668" y="3168282"/>
              <a:ext cx="10103" cy="22639"/>
            </a:xfrm>
            <a:custGeom>
              <a:avLst/>
              <a:gdLst/>
              <a:ahLst/>
              <a:cxnLst/>
              <a:rect l="l" t="t" r="r" b="b"/>
              <a:pathLst>
                <a:path w="108" h="242" extrusionOk="0">
                  <a:moveTo>
                    <a:pt x="107" y="1"/>
                  </a:moveTo>
                  <a:cubicBezTo>
                    <a:pt x="0" y="1"/>
                    <a:pt x="0" y="108"/>
                    <a:pt x="0" y="108"/>
                  </a:cubicBezTo>
                  <a:cubicBezTo>
                    <a:pt x="0" y="108"/>
                    <a:pt x="0" y="242"/>
                    <a:pt x="107" y="242"/>
                  </a:cubicBezTo>
                  <a:lnTo>
                    <a:pt x="107" y="10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63"/>
            <p:cNvSpPr/>
            <p:nvPr/>
          </p:nvSpPr>
          <p:spPr>
            <a:xfrm>
              <a:off x="3224403" y="3168282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8" y="1"/>
                  </a:moveTo>
                  <a:lnTo>
                    <a:pt x="0" y="108"/>
                  </a:lnTo>
                  <a:lnTo>
                    <a:pt x="108" y="242"/>
                  </a:lnTo>
                  <a:cubicBezTo>
                    <a:pt x="215" y="242"/>
                    <a:pt x="215" y="108"/>
                    <a:pt x="215" y="108"/>
                  </a:cubicBezTo>
                  <a:cubicBezTo>
                    <a:pt x="215" y="108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63"/>
            <p:cNvSpPr/>
            <p:nvPr/>
          </p:nvSpPr>
          <p:spPr>
            <a:xfrm>
              <a:off x="3402148" y="3168282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8" y="1"/>
                  </a:moveTo>
                  <a:cubicBezTo>
                    <a:pt x="1" y="1"/>
                    <a:pt x="1" y="108"/>
                    <a:pt x="1" y="108"/>
                  </a:cubicBezTo>
                  <a:cubicBezTo>
                    <a:pt x="1" y="108"/>
                    <a:pt x="1" y="242"/>
                    <a:pt x="108" y="242"/>
                  </a:cubicBezTo>
                  <a:lnTo>
                    <a:pt x="215" y="108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63"/>
            <p:cNvSpPr/>
            <p:nvPr/>
          </p:nvSpPr>
          <p:spPr>
            <a:xfrm>
              <a:off x="2878829" y="3315997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1"/>
                  </a:moveTo>
                  <a:lnTo>
                    <a:pt x="1" y="108"/>
                  </a:lnTo>
                  <a:lnTo>
                    <a:pt x="135" y="215"/>
                  </a:lnTo>
                  <a:lnTo>
                    <a:pt x="242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63"/>
            <p:cNvSpPr/>
            <p:nvPr/>
          </p:nvSpPr>
          <p:spPr>
            <a:xfrm>
              <a:off x="3056668" y="3315997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1"/>
                  </a:moveTo>
                  <a:cubicBezTo>
                    <a:pt x="0" y="1"/>
                    <a:pt x="0" y="108"/>
                    <a:pt x="0" y="108"/>
                  </a:cubicBezTo>
                  <a:lnTo>
                    <a:pt x="0" y="215"/>
                  </a:lnTo>
                  <a:cubicBezTo>
                    <a:pt x="107" y="215"/>
                    <a:pt x="107" y="108"/>
                    <a:pt x="107" y="108"/>
                  </a:cubicBez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63"/>
            <p:cNvSpPr/>
            <p:nvPr/>
          </p:nvSpPr>
          <p:spPr>
            <a:xfrm>
              <a:off x="3224403" y="3315997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1"/>
                  </a:moveTo>
                  <a:lnTo>
                    <a:pt x="0" y="108"/>
                  </a:lnTo>
                  <a:cubicBezTo>
                    <a:pt x="108" y="108"/>
                    <a:pt x="108" y="215"/>
                    <a:pt x="108" y="215"/>
                  </a:cubicBezTo>
                  <a:cubicBezTo>
                    <a:pt x="215" y="215"/>
                    <a:pt x="215" y="108"/>
                    <a:pt x="215" y="108"/>
                  </a:cubicBez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63"/>
            <p:cNvSpPr/>
            <p:nvPr/>
          </p:nvSpPr>
          <p:spPr>
            <a:xfrm>
              <a:off x="3402148" y="3315997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1"/>
                  </a:moveTo>
                  <a:cubicBezTo>
                    <a:pt x="1" y="1"/>
                    <a:pt x="1" y="108"/>
                    <a:pt x="1" y="108"/>
                  </a:cubicBezTo>
                  <a:cubicBezTo>
                    <a:pt x="1" y="108"/>
                    <a:pt x="1" y="215"/>
                    <a:pt x="108" y="215"/>
                  </a:cubicBezTo>
                  <a:lnTo>
                    <a:pt x="215" y="108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63"/>
            <p:cNvSpPr/>
            <p:nvPr/>
          </p:nvSpPr>
          <p:spPr>
            <a:xfrm>
              <a:off x="2878829" y="3461281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0"/>
                  </a:moveTo>
                  <a:cubicBezTo>
                    <a:pt x="135" y="0"/>
                    <a:pt x="1" y="0"/>
                    <a:pt x="1" y="107"/>
                  </a:cubicBezTo>
                  <a:lnTo>
                    <a:pt x="135" y="214"/>
                  </a:lnTo>
                  <a:lnTo>
                    <a:pt x="242" y="107"/>
                  </a:lnTo>
                  <a:cubicBezTo>
                    <a:pt x="242" y="0"/>
                    <a:pt x="135" y="0"/>
                    <a:pt x="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63"/>
            <p:cNvSpPr/>
            <p:nvPr/>
          </p:nvSpPr>
          <p:spPr>
            <a:xfrm>
              <a:off x="3056668" y="3461281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0"/>
                  </a:moveTo>
                  <a:cubicBezTo>
                    <a:pt x="0" y="0"/>
                    <a:pt x="0" y="0"/>
                    <a:pt x="0" y="107"/>
                  </a:cubicBezTo>
                  <a:lnTo>
                    <a:pt x="0" y="214"/>
                  </a:lnTo>
                  <a:cubicBezTo>
                    <a:pt x="107" y="214"/>
                    <a:pt x="107" y="107"/>
                    <a:pt x="107" y="107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63"/>
            <p:cNvSpPr/>
            <p:nvPr/>
          </p:nvSpPr>
          <p:spPr>
            <a:xfrm>
              <a:off x="3224403" y="3461281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08" y="0"/>
                    <a:pt x="0" y="0"/>
                    <a:pt x="0" y="107"/>
                  </a:cubicBezTo>
                  <a:cubicBezTo>
                    <a:pt x="108" y="107"/>
                    <a:pt x="108" y="107"/>
                    <a:pt x="108" y="214"/>
                  </a:cubicBezTo>
                  <a:cubicBezTo>
                    <a:pt x="215" y="214"/>
                    <a:pt x="215" y="107"/>
                    <a:pt x="215" y="107"/>
                  </a:cubicBezTo>
                  <a:cubicBezTo>
                    <a:pt x="215" y="0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63"/>
            <p:cNvSpPr/>
            <p:nvPr/>
          </p:nvSpPr>
          <p:spPr>
            <a:xfrm>
              <a:off x="3402148" y="3461281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" y="0"/>
                    <a:pt x="1" y="0"/>
                    <a:pt x="1" y="107"/>
                  </a:cubicBezTo>
                  <a:cubicBezTo>
                    <a:pt x="1" y="107"/>
                    <a:pt x="1" y="214"/>
                    <a:pt x="108" y="214"/>
                  </a:cubicBezTo>
                  <a:lnTo>
                    <a:pt x="215" y="107"/>
                  </a:lnTo>
                  <a:cubicBezTo>
                    <a:pt x="215" y="0"/>
                    <a:pt x="108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63"/>
            <p:cNvSpPr/>
            <p:nvPr/>
          </p:nvSpPr>
          <p:spPr>
            <a:xfrm>
              <a:off x="2878829" y="3606470"/>
              <a:ext cx="22639" cy="10103"/>
            </a:xfrm>
            <a:custGeom>
              <a:avLst/>
              <a:gdLst/>
              <a:ahLst/>
              <a:cxnLst/>
              <a:rect l="l" t="t" r="r" b="b"/>
              <a:pathLst>
                <a:path w="242" h="108" extrusionOk="0">
                  <a:moveTo>
                    <a:pt x="135" y="1"/>
                  </a:moveTo>
                  <a:cubicBezTo>
                    <a:pt x="135" y="1"/>
                    <a:pt x="1" y="1"/>
                    <a:pt x="1" y="108"/>
                  </a:cubicBezTo>
                  <a:lnTo>
                    <a:pt x="242" y="108"/>
                  </a:lnTo>
                  <a:cubicBezTo>
                    <a:pt x="242" y="1"/>
                    <a:pt x="135" y="1"/>
                    <a:pt x="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63"/>
            <p:cNvSpPr/>
            <p:nvPr/>
          </p:nvSpPr>
          <p:spPr>
            <a:xfrm>
              <a:off x="3056668" y="3606470"/>
              <a:ext cx="10103" cy="15342"/>
            </a:xfrm>
            <a:custGeom>
              <a:avLst/>
              <a:gdLst/>
              <a:ahLst/>
              <a:cxnLst/>
              <a:rect l="l" t="t" r="r" b="b"/>
              <a:pathLst>
                <a:path w="108" h="164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cubicBezTo>
                    <a:pt x="32" y="148"/>
                    <a:pt x="55" y="164"/>
                    <a:pt x="70" y="164"/>
                  </a:cubicBezTo>
                  <a:cubicBezTo>
                    <a:pt x="107" y="164"/>
                    <a:pt x="107" y="76"/>
                    <a:pt x="1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63"/>
            <p:cNvSpPr/>
            <p:nvPr/>
          </p:nvSpPr>
          <p:spPr>
            <a:xfrm>
              <a:off x="3224403" y="3606470"/>
              <a:ext cx="20113" cy="15342"/>
            </a:xfrm>
            <a:custGeom>
              <a:avLst/>
              <a:gdLst/>
              <a:ahLst/>
              <a:cxnLst/>
              <a:rect l="l" t="t" r="r" b="b"/>
              <a:pathLst>
                <a:path w="215" h="164" extrusionOk="0">
                  <a:moveTo>
                    <a:pt x="108" y="1"/>
                  </a:moveTo>
                  <a:cubicBezTo>
                    <a:pt x="108" y="1"/>
                    <a:pt x="0" y="1"/>
                    <a:pt x="0" y="108"/>
                  </a:cubicBezTo>
                  <a:lnTo>
                    <a:pt x="108" y="108"/>
                  </a:lnTo>
                  <a:cubicBezTo>
                    <a:pt x="140" y="148"/>
                    <a:pt x="162" y="164"/>
                    <a:pt x="178" y="164"/>
                  </a:cubicBezTo>
                  <a:cubicBezTo>
                    <a:pt x="215" y="164"/>
                    <a:pt x="215" y="76"/>
                    <a:pt x="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63"/>
            <p:cNvSpPr/>
            <p:nvPr/>
          </p:nvSpPr>
          <p:spPr>
            <a:xfrm>
              <a:off x="3402148" y="3606470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108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63"/>
            <p:cNvSpPr/>
            <p:nvPr/>
          </p:nvSpPr>
          <p:spPr>
            <a:xfrm>
              <a:off x="2878829" y="3754186"/>
              <a:ext cx="22639" cy="10103"/>
            </a:xfrm>
            <a:custGeom>
              <a:avLst/>
              <a:gdLst/>
              <a:ahLst/>
              <a:cxnLst/>
              <a:rect l="l" t="t" r="r" b="b"/>
              <a:pathLst>
                <a:path w="242" h="108" extrusionOk="0">
                  <a:moveTo>
                    <a:pt x="135" y="1"/>
                  </a:moveTo>
                  <a:cubicBezTo>
                    <a:pt x="135" y="1"/>
                    <a:pt x="1" y="1"/>
                    <a:pt x="1" y="108"/>
                  </a:cubicBezTo>
                  <a:lnTo>
                    <a:pt x="242" y="108"/>
                  </a:lnTo>
                  <a:cubicBezTo>
                    <a:pt x="242" y="1"/>
                    <a:pt x="135" y="1"/>
                    <a:pt x="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63"/>
            <p:cNvSpPr/>
            <p:nvPr/>
          </p:nvSpPr>
          <p:spPr>
            <a:xfrm>
              <a:off x="3056668" y="3754186"/>
              <a:ext cx="10103" cy="10103"/>
            </a:xfrm>
            <a:custGeom>
              <a:avLst/>
              <a:gdLst/>
              <a:ahLst/>
              <a:cxnLst/>
              <a:rect l="l" t="t" r="r" b="b"/>
              <a:pathLst>
                <a:path w="108" h="108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lnTo>
                    <a:pt x="107" y="10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63"/>
            <p:cNvSpPr/>
            <p:nvPr/>
          </p:nvSpPr>
          <p:spPr>
            <a:xfrm>
              <a:off x="3224403" y="3754186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08" y="1"/>
                    <a:pt x="0" y="1"/>
                    <a:pt x="0" y="108"/>
                  </a:cubicBezTo>
                  <a:lnTo>
                    <a:pt x="215" y="108"/>
                  </a:ln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63"/>
            <p:cNvSpPr/>
            <p:nvPr/>
          </p:nvSpPr>
          <p:spPr>
            <a:xfrm>
              <a:off x="3402148" y="3754186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108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4" name="Google Shape;2444;p63"/>
          <p:cNvGrpSpPr/>
          <p:nvPr/>
        </p:nvGrpSpPr>
        <p:grpSpPr>
          <a:xfrm>
            <a:off x="8362284" y="4198280"/>
            <a:ext cx="541000" cy="741197"/>
            <a:chOff x="1148622" y="1207755"/>
            <a:chExt cx="541000" cy="741197"/>
          </a:xfrm>
        </p:grpSpPr>
        <p:sp>
          <p:nvSpPr>
            <p:cNvPr id="2445" name="Google Shape;2445;p63"/>
            <p:cNvSpPr/>
            <p:nvPr/>
          </p:nvSpPr>
          <p:spPr>
            <a:xfrm>
              <a:off x="1148622" y="1207755"/>
              <a:ext cx="20113" cy="14500"/>
            </a:xfrm>
            <a:custGeom>
              <a:avLst/>
              <a:gdLst/>
              <a:ahLst/>
              <a:cxnLst/>
              <a:rect l="l" t="t" r="r" b="b"/>
              <a:pathLst>
                <a:path w="215" h="155" extrusionOk="0">
                  <a:moveTo>
                    <a:pt x="108" y="0"/>
                  </a:moveTo>
                  <a:cubicBezTo>
                    <a:pt x="108" y="0"/>
                    <a:pt x="1" y="0"/>
                    <a:pt x="1" y="107"/>
                  </a:cubicBezTo>
                  <a:lnTo>
                    <a:pt x="108" y="107"/>
                  </a:lnTo>
                  <a:cubicBezTo>
                    <a:pt x="143" y="143"/>
                    <a:pt x="167" y="155"/>
                    <a:pt x="183" y="155"/>
                  </a:cubicBezTo>
                  <a:cubicBezTo>
                    <a:pt x="215" y="155"/>
                    <a:pt x="215" y="107"/>
                    <a:pt x="215" y="107"/>
                  </a:cubicBezTo>
                  <a:cubicBezTo>
                    <a:pt x="215" y="0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63"/>
            <p:cNvSpPr/>
            <p:nvPr/>
          </p:nvSpPr>
          <p:spPr>
            <a:xfrm>
              <a:off x="1326461" y="1207755"/>
              <a:ext cx="20113" cy="14500"/>
            </a:xfrm>
            <a:custGeom>
              <a:avLst/>
              <a:gdLst/>
              <a:ahLst/>
              <a:cxnLst/>
              <a:rect l="l" t="t" r="r" b="b"/>
              <a:pathLst>
                <a:path w="215" h="155" extrusionOk="0">
                  <a:moveTo>
                    <a:pt x="107" y="0"/>
                  </a:moveTo>
                  <a:cubicBezTo>
                    <a:pt x="0" y="0"/>
                    <a:pt x="0" y="0"/>
                    <a:pt x="0" y="107"/>
                  </a:cubicBezTo>
                  <a:lnTo>
                    <a:pt x="107" y="107"/>
                  </a:lnTo>
                  <a:cubicBezTo>
                    <a:pt x="107" y="143"/>
                    <a:pt x="119" y="155"/>
                    <a:pt x="135" y="155"/>
                  </a:cubicBezTo>
                  <a:cubicBezTo>
                    <a:pt x="167" y="155"/>
                    <a:pt x="214" y="107"/>
                    <a:pt x="214" y="107"/>
                  </a:cubicBezTo>
                  <a:cubicBezTo>
                    <a:pt x="214" y="0"/>
                    <a:pt x="107" y="0"/>
                    <a:pt x="1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63"/>
            <p:cNvSpPr/>
            <p:nvPr/>
          </p:nvSpPr>
          <p:spPr>
            <a:xfrm>
              <a:off x="1501680" y="1207755"/>
              <a:ext cx="12629" cy="20113"/>
            </a:xfrm>
            <a:custGeom>
              <a:avLst/>
              <a:gdLst/>
              <a:ahLst/>
              <a:cxnLst/>
              <a:rect l="l" t="t" r="r" b="b"/>
              <a:pathLst>
                <a:path w="135" h="215" extrusionOk="0">
                  <a:moveTo>
                    <a:pt x="135" y="0"/>
                  </a:moveTo>
                  <a:cubicBezTo>
                    <a:pt x="1" y="0"/>
                    <a:pt x="1" y="0"/>
                    <a:pt x="1" y="107"/>
                  </a:cubicBezTo>
                  <a:cubicBezTo>
                    <a:pt x="1" y="107"/>
                    <a:pt x="1" y="214"/>
                    <a:pt x="135" y="214"/>
                  </a:cubicBezTo>
                  <a:lnTo>
                    <a:pt x="135" y="107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63"/>
            <p:cNvSpPr/>
            <p:nvPr/>
          </p:nvSpPr>
          <p:spPr>
            <a:xfrm>
              <a:off x="1669415" y="1207755"/>
              <a:ext cx="20207" cy="14500"/>
            </a:xfrm>
            <a:custGeom>
              <a:avLst/>
              <a:gdLst/>
              <a:ahLst/>
              <a:cxnLst/>
              <a:rect l="l" t="t" r="r" b="b"/>
              <a:pathLst>
                <a:path w="216" h="155" extrusionOk="0">
                  <a:moveTo>
                    <a:pt x="108" y="0"/>
                  </a:moveTo>
                  <a:cubicBezTo>
                    <a:pt x="108" y="0"/>
                    <a:pt x="1" y="0"/>
                    <a:pt x="1" y="107"/>
                  </a:cubicBezTo>
                  <a:lnTo>
                    <a:pt x="108" y="107"/>
                  </a:lnTo>
                  <a:cubicBezTo>
                    <a:pt x="144" y="143"/>
                    <a:pt x="168" y="155"/>
                    <a:pt x="183" y="155"/>
                  </a:cubicBezTo>
                  <a:cubicBezTo>
                    <a:pt x="215" y="155"/>
                    <a:pt x="215" y="107"/>
                    <a:pt x="215" y="107"/>
                  </a:cubicBezTo>
                  <a:cubicBezTo>
                    <a:pt x="215" y="0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63"/>
            <p:cNvSpPr/>
            <p:nvPr/>
          </p:nvSpPr>
          <p:spPr>
            <a:xfrm>
              <a:off x="1148622" y="1352944"/>
              <a:ext cx="20113" cy="15342"/>
            </a:xfrm>
            <a:custGeom>
              <a:avLst/>
              <a:gdLst/>
              <a:ahLst/>
              <a:cxnLst/>
              <a:rect l="l" t="t" r="r" b="b"/>
              <a:pathLst>
                <a:path w="215" h="164" extrusionOk="0">
                  <a:moveTo>
                    <a:pt x="108" y="1"/>
                  </a:moveTo>
                  <a:cubicBezTo>
                    <a:pt x="108" y="1"/>
                    <a:pt x="1" y="1"/>
                    <a:pt x="1" y="108"/>
                  </a:cubicBezTo>
                  <a:lnTo>
                    <a:pt x="108" y="108"/>
                  </a:lnTo>
                  <a:cubicBezTo>
                    <a:pt x="140" y="148"/>
                    <a:pt x="162" y="164"/>
                    <a:pt x="178" y="164"/>
                  </a:cubicBezTo>
                  <a:cubicBezTo>
                    <a:pt x="215" y="164"/>
                    <a:pt x="215" y="76"/>
                    <a:pt x="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63"/>
            <p:cNvSpPr/>
            <p:nvPr/>
          </p:nvSpPr>
          <p:spPr>
            <a:xfrm>
              <a:off x="1326461" y="1352944"/>
              <a:ext cx="20113" cy="15342"/>
            </a:xfrm>
            <a:custGeom>
              <a:avLst/>
              <a:gdLst/>
              <a:ahLst/>
              <a:cxnLst/>
              <a:rect l="l" t="t" r="r" b="b"/>
              <a:pathLst>
                <a:path w="215" h="164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lnTo>
                    <a:pt x="107" y="108"/>
                  </a:lnTo>
                  <a:cubicBezTo>
                    <a:pt x="107" y="148"/>
                    <a:pt x="117" y="164"/>
                    <a:pt x="130" y="164"/>
                  </a:cubicBezTo>
                  <a:cubicBezTo>
                    <a:pt x="162" y="164"/>
                    <a:pt x="214" y="76"/>
                    <a:pt x="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63"/>
            <p:cNvSpPr/>
            <p:nvPr/>
          </p:nvSpPr>
          <p:spPr>
            <a:xfrm>
              <a:off x="1501680" y="1352944"/>
              <a:ext cx="12629" cy="10103"/>
            </a:xfrm>
            <a:custGeom>
              <a:avLst/>
              <a:gdLst/>
              <a:ahLst/>
              <a:cxnLst/>
              <a:rect l="l" t="t" r="r" b="b"/>
              <a:pathLst>
                <a:path w="135" h="108" extrusionOk="0">
                  <a:moveTo>
                    <a:pt x="135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135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63"/>
            <p:cNvSpPr/>
            <p:nvPr/>
          </p:nvSpPr>
          <p:spPr>
            <a:xfrm>
              <a:off x="1669415" y="1352944"/>
              <a:ext cx="20207" cy="15342"/>
            </a:xfrm>
            <a:custGeom>
              <a:avLst/>
              <a:gdLst/>
              <a:ahLst/>
              <a:cxnLst/>
              <a:rect l="l" t="t" r="r" b="b"/>
              <a:pathLst>
                <a:path w="216" h="164" extrusionOk="0">
                  <a:moveTo>
                    <a:pt x="108" y="1"/>
                  </a:moveTo>
                  <a:cubicBezTo>
                    <a:pt x="108" y="1"/>
                    <a:pt x="1" y="1"/>
                    <a:pt x="1" y="108"/>
                  </a:cubicBezTo>
                  <a:lnTo>
                    <a:pt x="108" y="108"/>
                  </a:lnTo>
                  <a:cubicBezTo>
                    <a:pt x="140" y="148"/>
                    <a:pt x="163" y="164"/>
                    <a:pt x="178" y="164"/>
                  </a:cubicBezTo>
                  <a:cubicBezTo>
                    <a:pt x="215" y="164"/>
                    <a:pt x="215" y="76"/>
                    <a:pt x="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63"/>
            <p:cNvSpPr/>
            <p:nvPr/>
          </p:nvSpPr>
          <p:spPr>
            <a:xfrm>
              <a:off x="1148622" y="1500660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08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63"/>
            <p:cNvSpPr/>
            <p:nvPr/>
          </p:nvSpPr>
          <p:spPr>
            <a:xfrm>
              <a:off x="1326461" y="1500660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lnTo>
                    <a:pt x="214" y="108"/>
                  </a:lnTo>
                  <a:cubicBezTo>
                    <a:pt x="214" y="1"/>
                    <a:pt x="107" y="1"/>
                    <a:pt x="1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63"/>
            <p:cNvSpPr/>
            <p:nvPr/>
          </p:nvSpPr>
          <p:spPr>
            <a:xfrm>
              <a:off x="1501680" y="1500660"/>
              <a:ext cx="12629" cy="10103"/>
            </a:xfrm>
            <a:custGeom>
              <a:avLst/>
              <a:gdLst/>
              <a:ahLst/>
              <a:cxnLst/>
              <a:rect l="l" t="t" r="r" b="b"/>
              <a:pathLst>
                <a:path w="135" h="108" extrusionOk="0">
                  <a:moveTo>
                    <a:pt x="135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135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63"/>
            <p:cNvSpPr/>
            <p:nvPr/>
          </p:nvSpPr>
          <p:spPr>
            <a:xfrm>
              <a:off x="1669415" y="1500660"/>
              <a:ext cx="20207" cy="10103"/>
            </a:xfrm>
            <a:custGeom>
              <a:avLst/>
              <a:gdLst/>
              <a:ahLst/>
              <a:cxnLst/>
              <a:rect l="l" t="t" r="r" b="b"/>
              <a:pathLst>
                <a:path w="216" h="108" extrusionOk="0">
                  <a:moveTo>
                    <a:pt x="108" y="1"/>
                  </a:moveTo>
                  <a:cubicBezTo>
                    <a:pt x="108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63"/>
            <p:cNvSpPr/>
            <p:nvPr/>
          </p:nvSpPr>
          <p:spPr>
            <a:xfrm>
              <a:off x="1148622" y="1645943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" y="0"/>
                  </a:moveTo>
                  <a:cubicBezTo>
                    <a:pt x="1" y="107"/>
                    <a:pt x="108" y="107"/>
                    <a:pt x="108" y="107"/>
                  </a:cubicBezTo>
                  <a:cubicBezTo>
                    <a:pt x="215" y="107"/>
                    <a:pt x="215" y="107"/>
                    <a:pt x="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63"/>
            <p:cNvSpPr/>
            <p:nvPr/>
          </p:nvSpPr>
          <p:spPr>
            <a:xfrm>
              <a:off x="1326461" y="1645943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0" y="0"/>
                  </a:moveTo>
                  <a:cubicBezTo>
                    <a:pt x="0" y="107"/>
                    <a:pt x="0" y="107"/>
                    <a:pt x="107" y="107"/>
                  </a:cubicBezTo>
                  <a:cubicBezTo>
                    <a:pt x="107" y="107"/>
                    <a:pt x="214" y="107"/>
                    <a:pt x="2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63"/>
            <p:cNvSpPr/>
            <p:nvPr/>
          </p:nvSpPr>
          <p:spPr>
            <a:xfrm>
              <a:off x="1501680" y="1645943"/>
              <a:ext cx="12629" cy="10103"/>
            </a:xfrm>
            <a:custGeom>
              <a:avLst/>
              <a:gdLst/>
              <a:ahLst/>
              <a:cxnLst/>
              <a:rect l="l" t="t" r="r" b="b"/>
              <a:pathLst>
                <a:path w="135" h="108" extrusionOk="0">
                  <a:moveTo>
                    <a:pt x="1" y="0"/>
                  </a:moveTo>
                  <a:cubicBezTo>
                    <a:pt x="1" y="107"/>
                    <a:pt x="1" y="107"/>
                    <a:pt x="135" y="107"/>
                  </a:cubicBezTo>
                  <a:lnTo>
                    <a:pt x="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63"/>
            <p:cNvSpPr/>
            <p:nvPr/>
          </p:nvSpPr>
          <p:spPr>
            <a:xfrm>
              <a:off x="1669415" y="1645943"/>
              <a:ext cx="20207" cy="10103"/>
            </a:xfrm>
            <a:custGeom>
              <a:avLst/>
              <a:gdLst/>
              <a:ahLst/>
              <a:cxnLst/>
              <a:rect l="l" t="t" r="r" b="b"/>
              <a:pathLst>
                <a:path w="216" h="108" extrusionOk="0">
                  <a:moveTo>
                    <a:pt x="1" y="0"/>
                  </a:moveTo>
                  <a:cubicBezTo>
                    <a:pt x="1" y="107"/>
                    <a:pt x="108" y="107"/>
                    <a:pt x="108" y="107"/>
                  </a:cubicBezTo>
                  <a:cubicBezTo>
                    <a:pt x="215" y="107"/>
                    <a:pt x="215" y="107"/>
                    <a:pt x="2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63"/>
            <p:cNvSpPr/>
            <p:nvPr/>
          </p:nvSpPr>
          <p:spPr>
            <a:xfrm>
              <a:off x="1148622" y="1787016"/>
              <a:ext cx="20113" cy="14220"/>
            </a:xfrm>
            <a:custGeom>
              <a:avLst/>
              <a:gdLst/>
              <a:ahLst/>
              <a:cxnLst/>
              <a:rect l="l" t="t" r="r" b="b"/>
              <a:pathLst>
                <a:path w="215" h="152" extrusionOk="0">
                  <a:moveTo>
                    <a:pt x="86" y="0"/>
                  </a:moveTo>
                  <a:cubicBezTo>
                    <a:pt x="54" y="0"/>
                    <a:pt x="1" y="76"/>
                    <a:pt x="1" y="152"/>
                  </a:cubicBezTo>
                  <a:lnTo>
                    <a:pt x="108" y="152"/>
                  </a:lnTo>
                  <a:cubicBezTo>
                    <a:pt x="215" y="152"/>
                    <a:pt x="215" y="152"/>
                    <a:pt x="215" y="45"/>
                  </a:cubicBezTo>
                  <a:lnTo>
                    <a:pt x="108" y="45"/>
                  </a:lnTo>
                  <a:cubicBezTo>
                    <a:pt x="108" y="13"/>
                    <a:pt x="99" y="0"/>
                    <a:pt x="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63"/>
            <p:cNvSpPr/>
            <p:nvPr/>
          </p:nvSpPr>
          <p:spPr>
            <a:xfrm>
              <a:off x="1326461" y="1787016"/>
              <a:ext cx="20113" cy="14220"/>
            </a:xfrm>
            <a:custGeom>
              <a:avLst/>
              <a:gdLst/>
              <a:ahLst/>
              <a:cxnLst/>
              <a:rect l="l" t="t" r="r" b="b"/>
              <a:pathLst>
                <a:path w="215" h="152" extrusionOk="0">
                  <a:moveTo>
                    <a:pt x="38" y="0"/>
                  </a:moveTo>
                  <a:cubicBezTo>
                    <a:pt x="0" y="0"/>
                    <a:pt x="0" y="76"/>
                    <a:pt x="0" y="152"/>
                  </a:cubicBezTo>
                  <a:lnTo>
                    <a:pt x="107" y="152"/>
                  </a:lnTo>
                  <a:cubicBezTo>
                    <a:pt x="107" y="152"/>
                    <a:pt x="214" y="152"/>
                    <a:pt x="214" y="45"/>
                  </a:cubicBezTo>
                  <a:lnTo>
                    <a:pt x="107" y="45"/>
                  </a:lnTo>
                  <a:cubicBezTo>
                    <a:pt x="76" y="13"/>
                    <a:pt x="54" y="0"/>
                    <a:pt x="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63"/>
            <p:cNvSpPr/>
            <p:nvPr/>
          </p:nvSpPr>
          <p:spPr>
            <a:xfrm>
              <a:off x="1501680" y="1791132"/>
              <a:ext cx="12629" cy="10103"/>
            </a:xfrm>
            <a:custGeom>
              <a:avLst/>
              <a:gdLst/>
              <a:ahLst/>
              <a:cxnLst/>
              <a:rect l="l" t="t" r="r" b="b"/>
              <a:pathLst>
                <a:path w="135" h="108" extrusionOk="0">
                  <a:moveTo>
                    <a:pt x="1" y="1"/>
                  </a:moveTo>
                  <a:cubicBezTo>
                    <a:pt x="1" y="108"/>
                    <a:pt x="1" y="108"/>
                    <a:pt x="135" y="108"/>
                  </a:cubicBez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63"/>
            <p:cNvSpPr/>
            <p:nvPr/>
          </p:nvSpPr>
          <p:spPr>
            <a:xfrm>
              <a:off x="1669415" y="1787016"/>
              <a:ext cx="20207" cy="14220"/>
            </a:xfrm>
            <a:custGeom>
              <a:avLst/>
              <a:gdLst/>
              <a:ahLst/>
              <a:cxnLst/>
              <a:rect l="l" t="t" r="r" b="b"/>
              <a:pathLst>
                <a:path w="216" h="152" extrusionOk="0">
                  <a:moveTo>
                    <a:pt x="86" y="0"/>
                  </a:moveTo>
                  <a:cubicBezTo>
                    <a:pt x="55" y="0"/>
                    <a:pt x="1" y="76"/>
                    <a:pt x="1" y="152"/>
                  </a:cubicBezTo>
                  <a:lnTo>
                    <a:pt x="108" y="152"/>
                  </a:lnTo>
                  <a:cubicBezTo>
                    <a:pt x="215" y="152"/>
                    <a:pt x="215" y="152"/>
                    <a:pt x="215" y="45"/>
                  </a:cubicBezTo>
                  <a:lnTo>
                    <a:pt x="108" y="45"/>
                  </a:lnTo>
                  <a:cubicBezTo>
                    <a:pt x="108" y="13"/>
                    <a:pt x="99" y="0"/>
                    <a:pt x="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63"/>
            <p:cNvSpPr/>
            <p:nvPr/>
          </p:nvSpPr>
          <p:spPr>
            <a:xfrm>
              <a:off x="1148622" y="1926312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8" y="1"/>
                  </a:moveTo>
                  <a:lnTo>
                    <a:pt x="1" y="135"/>
                  </a:lnTo>
                  <a:lnTo>
                    <a:pt x="108" y="242"/>
                  </a:lnTo>
                  <a:cubicBezTo>
                    <a:pt x="215" y="242"/>
                    <a:pt x="215" y="242"/>
                    <a:pt x="215" y="135"/>
                  </a:cubicBez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63"/>
            <p:cNvSpPr/>
            <p:nvPr/>
          </p:nvSpPr>
          <p:spPr>
            <a:xfrm>
              <a:off x="1326461" y="1926312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7" y="1"/>
                  </a:moveTo>
                  <a:cubicBezTo>
                    <a:pt x="0" y="1"/>
                    <a:pt x="0" y="135"/>
                    <a:pt x="0" y="135"/>
                  </a:cubicBezTo>
                  <a:cubicBezTo>
                    <a:pt x="0" y="242"/>
                    <a:pt x="0" y="242"/>
                    <a:pt x="107" y="242"/>
                  </a:cubicBezTo>
                  <a:cubicBezTo>
                    <a:pt x="107" y="242"/>
                    <a:pt x="214" y="242"/>
                    <a:pt x="214" y="135"/>
                  </a:cubicBezTo>
                  <a:cubicBezTo>
                    <a:pt x="214" y="135"/>
                    <a:pt x="107" y="135"/>
                    <a:pt x="1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63"/>
            <p:cNvSpPr/>
            <p:nvPr/>
          </p:nvSpPr>
          <p:spPr>
            <a:xfrm>
              <a:off x="1501680" y="1926312"/>
              <a:ext cx="12629" cy="22639"/>
            </a:xfrm>
            <a:custGeom>
              <a:avLst/>
              <a:gdLst/>
              <a:ahLst/>
              <a:cxnLst/>
              <a:rect l="l" t="t" r="r" b="b"/>
              <a:pathLst>
                <a:path w="135" h="242" extrusionOk="0">
                  <a:moveTo>
                    <a:pt x="135" y="1"/>
                  </a:moveTo>
                  <a:cubicBezTo>
                    <a:pt x="1" y="1"/>
                    <a:pt x="1" y="135"/>
                    <a:pt x="1" y="135"/>
                  </a:cubicBezTo>
                  <a:cubicBezTo>
                    <a:pt x="1" y="242"/>
                    <a:pt x="1" y="242"/>
                    <a:pt x="135" y="242"/>
                  </a:cubicBezTo>
                  <a:lnTo>
                    <a:pt x="135" y="135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63"/>
            <p:cNvSpPr/>
            <p:nvPr/>
          </p:nvSpPr>
          <p:spPr>
            <a:xfrm>
              <a:off x="1669415" y="1926312"/>
              <a:ext cx="20207" cy="22639"/>
            </a:xfrm>
            <a:custGeom>
              <a:avLst/>
              <a:gdLst/>
              <a:ahLst/>
              <a:cxnLst/>
              <a:rect l="l" t="t" r="r" b="b"/>
              <a:pathLst>
                <a:path w="216" h="242" extrusionOk="0">
                  <a:moveTo>
                    <a:pt x="108" y="1"/>
                  </a:moveTo>
                  <a:lnTo>
                    <a:pt x="1" y="135"/>
                  </a:lnTo>
                  <a:cubicBezTo>
                    <a:pt x="1" y="242"/>
                    <a:pt x="108" y="242"/>
                    <a:pt x="108" y="242"/>
                  </a:cubicBezTo>
                  <a:cubicBezTo>
                    <a:pt x="215" y="242"/>
                    <a:pt x="215" y="242"/>
                    <a:pt x="215" y="135"/>
                  </a:cubicBez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69" name="Google Shape;2469;p63"/>
          <p:cNvGrpSpPr/>
          <p:nvPr/>
        </p:nvGrpSpPr>
        <p:grpSpPr>
          <a:xfrm>
            <a:off x="339929" y="1417755"/>
            <a:ext cx="543432" cy="741197"/>
            <a:chOff x="2878829" y="3023092"/>
            <a:chExt cx="543432" cy="741197"/>
          </a:xfrm>
        </p:grpSpPr>
        <p:sp>
          <p:nvSpPr>
            <p:cNvPr id="2470" name="Google Shape;2470;p63"/>
            <p:cNvSpPr/>
            <p:nvPr/>
          </p:nvSpPr>
          <p:spPr>
            <a:xfrm>
              <a:off x="2878829" y="3023092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0"/>
                  </a:moveTo>
                  <a:lnTo>
                    <a:pt x="1" y="107"/>
                  </a:lnTo>
                  <a:cubicBezTo>
                    <a:pt x="1" y="214"/>
                    <a:pt x="135" y="214"/>
                    <a:pt x="135" y="214"/>
                  </a:cubicBezTo>
                  <a:cubicBezTo>
                    <a:pt x="135" y="214"/>
                    <a:pt x="242" y="214"/>
                    <a:pt x="242" y="107"/>
                  </a:cubicBezTo>
                  <a:lnTo>
                    <a:pt x="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63"/>
            <p:cNvSpPr/>
            <p:nvPr/>
          </p:nvSpPr>
          <p:spPr>
            <a:xfrm>
              <a:off x="3056668" y="3023092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0"/>
                  </a:moveTo>
                  <a:cubicBezTo>
                    <a:pt x="0" y="0"/>
                    <a:pt x="0" y="107"/>
                    <a:pt x="0" y="107"/>
                  </a:cubicBezTo>
                  <a:lnTo>
                    <a:pt x="0" y="214"/>
                  </a:lnTo>
                  <a:cubicBezTo>
                    <a:pt x="107" y="214"/>
                    <a:pt x="107" y="214"/>
                    <a:pt x="107" y="107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63"/>
            <p:cNvSpPr/>
            <p:nvPr/>
          </p:nvSpPr>
          <p:spPr>
            <a:xfrm>
              <a:off x="3224403" y="3023092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lnTo>
                    <a:pt x="0" y="107"/>
                  </a:lnTo>
                  <a:lnTo>
                    <a:pt x="108" y="214"/>
                  </a:lnTo>
                  <a:cubicBezTo>
                    <a:pt x="215" y="214"/>
                    <a:pt x="215" y="214"/>
                    <a:pt x="215" y="107"/>
                  </a:cubicBezTo>
                  <a:cubicBezTo>
                    <a:pt x="215" y="107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63"/>
            <p:cNvSpPr/>
            <p:nvPr/>
          </p:nvSpPr>
          <p:spPr>
            <a:xfrm>
              <a:off x="3402148" y="3023092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" y="0"/>
                    <a:pt x="1" y="107"/>
                    <a:pt x="1" y="107"/>
                  </a:cubicBezTo>
                  <a:cubicBezTo>
                    <a:pt x="1" y="214"/>
                    <a:pt x="1" y="214"/>
                    <a:pt x="108" y="214"/>
                  </a:cubicBezTo>
                  <a:cubicBezTo>
                    <a:pt x="108" y="214"/>
                    <a:pt x="215" y="214"/>
                    <a:pt x="215" y="107"/>
                  </a:cubicBezTo>
                  <a:lnTo>
                    <a:pt x="1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63"/>
            <p:cNvSpPr/>
            <p:nvPr/>
          </p:nvSpPr>
          <p:spPr>
            <a:xfrm>
              <a:off x="2878829" y="3168282"/>
              <a:ext cx="22639" cy="22639"/>
            </a:xfrm>
            <a:custGeom>
              <a:avLst/>
              <a:gdLst/>
              <a:ahLst/>
              <a:cxnLst/>
              <a:rect l="l" t="t" r="r" b="b"/>
              <a:pathLst>
                <a:path w="242" h="242" extrusionOk="0">
                  <a:moveTo>
                    <a:pt x="135" y="1"/>
                  </a:moveTo>
                  <a:lnTo>
                    <a:pt x="1" y="108"/>
                  </a:lnTo>
                  <a:lnTo>
                    <a:pt x="135" y="242"/>
                  </a:lnTo>
                  <a:lnTo>
                    <a:pt x="242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63"/>
            <p:cNvSpPr/>
            <p:nvPr/>
          </p:nvSpPr>
          <p:spPr>
            <a:xfrm>
              <a:off x="3056668" y="3168282"/>
              <a:ext cx="10103" cy="22639"/>
            </a:xfrm>
            <a:custGeom>
              <a:avLst/>
              <a:gdLst/>
              <a:ahLst/>
              <a:cxnLst/>
              <a:rect l="l" t="t" r="r" b="b"/>
              <a:pathLst>
                <a:path w="108" h="242" extrusionOk="0">
                  <a:moveTo>
                    <a:pt x="107" y="1"/>
                  </a:moveTo>
                  <a:cubicBezTo>
                    <a:pt x="0" y="1"/>
                    <a:pt x="0" y="108"/>
                    <a:pt x="0" y="108"/>
                  </a:cubicBezTo>
                  <a:cubicBezTo>
                    <a:pt x="0" y="108"/>
                    <a:pt x="0" y="242"/>
                    <a:pt x="107" y="242"/>
                  </a:cubicBezTo>
                  <a:lnTo>
                    <a:pt x="107" y="10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63"/>
            <p:cNvSpPr/>
            <p:nvPr/>
          </p:nvSpPr>
          <p:spPr>
            <a:xfrm>
              <a:off x="3224403" y="3168282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8" y="1"/>
                  </a:moveTo>
                  <a:lnTo>
                    <a:pt x="0" y="108"/>
                  </a:lnTo>
                  <a:lnTo>
                    <a:pt x="108" y="242"/>
                  </a:lnTo>
                  <a:cubicBezTo>
                    <a:pt x="215" y="242"/>
                    <a:pt x="215" y="108"/>
                    <a:pt x="215" y="108"/>
                  </a:cubicBezTo>
                  <a:cubicBezTo>
                    <a:pt x="215" y="108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63"/>
            <p:cNvSpPr/>
            <p:nvPr/>
          </p:nvSpPr>
          <p:spPr>
            <a:xfrm>
              <a:off x="3402148" y="3168282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8" y="1"/>
                  </a:moveTo>
                  <a:cubicBezTo>
                    <a:pt x="1" y="1"/>
                    <a:pt x="1" y="108"/>
                    <a:pt x="1" y="108"/>
                  </a:cubicBezTo>
                  <a:cubicBezTo>
                    <a:pt x="1" y="108"/>
                    <a:pt x="1" y="242"/>
                    <a:pt x="108" y="242"/>
                  </a:cubicBezTo>
                  <a:lnTo>
                    <a:pt x="215" y="108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63"/>
            <p:cNvSpPr/>
            <p:nvPr/>
          </p:nvSpPr>
          <p:spPr>
            <a:xfrm>
              <a:off x="2878829" y="3315997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1"/>
                  </a:moveTo>
                  <a:lnTo>
                    <a:pt x="1" y="108"/>
                  </a:lnTo>
                  <a:lnTo>
                    <a:pt x="135" y="215"/>
                  </a:lnTo>
                  <a:lnTo>
                    <a:pt x="242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63"/>
            <p:cNvSpPr/>
            <p:nvPr/>
          </p:nvSpPr>
          <p:spPr>
            <a:xfrm>
              <a:off x="3056668" y="3315997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1"/>
                  </a:moveTo>
                  <a:cubicBezTo>
                    <a:pt x="0" y="1"/>
                    <a:pt x="0" y="108"/>
                    <a:pt x="0" y="108"/>
                  </a:cubicBezTo>
                  <a:lnTo>
                    <a:pt x="0" y="215"/>
                  </a:lnTo>
                  <a:cubicBezTo>
                    <a:pt x="107" y="215"/>
                    <a:pt x="107" y="108"/>
                    <a:pt x="107" y="108"/>
                  </a:cubicBez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63"/>
            <p:cNvSpPr/>
            <p:nvPr/>
          </p:nvSpPr>
          <p:spPr>
            <a:xfrm>
              <a:off x="3224403" y="3315997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1"/>
                  </a:moveTo>
                  <a:lnTo>
                    <a:pt x="0" y="108"/>
                  </a:lnTo>
                  <a:cubicBezTo>
                    <a:pt x="108" y="108"/>
                    <a:pt x="108" y="215"/>
                    <a:pt x="108" y="215"/>
                  </a:cubicBezTo>
                  <a:cubicBezTo>
                    <a:pt x="215" y="215"/>
                    <a:pt x="215" y="108"/>
                    <a:pt x="215" y="108"/>
                  </a:cubicBez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63"/>
            <p:cNvSpPr/>
            <p:nvPr/>
          </p:nvSpPr>
          <p:spPr>
            <a:xfrm>
              <a:off x="3402148" y="3315997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1"/>
                  </a:moveTo>
                  <a:cubicBezTo>
                    <a:pt x="1" y="1"/>
                    <a:pt x="1" y="108"/>
                    <a:pt x="1" y="108"/>
                  </a:cubicBezTo>
                  <a:cubicBezTo>
                    <a:pt x="1" y="108"/>
                    <a:pt x="1" y="215"/>
                    <a:pt x="108" y="215"/>
                  </a:cubicBezTo>
                  <a:lnTo>
                    <a:pt x="215" y="108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63"/>
            <p:cNvSpPr/>
            <p:nvPr/>
          </p:nvSpPr>
          <p:spPr>
            <a:xfrm>
              <a:off x="2878829" y="3461281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0"/>
                  </a:moveTo>
                  <a:cubicBezTo>
                    <a:pt x="135" y="0"/>
                    <a:pt x="1" y="0"/>
                    <a:pt x="1" y="107"/>
                  </a:cubicBezTo>
                  <a:lnTo>
                    <a:pt x="135" y="214"/>
                  </a:lnTo>
                  <a:lnTo>
                    <a:pt x="242" y="107"/>
                  </a:lnTo>
                  <a:cubicBezTo>
                    <a:pt x="242" y="0"/>
                    <a:pt x="135" y="0"/>
                    <a:pt x="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63"/>
            <p:cNvSpPr/>
            <p:nvPr/>
          </p:nvSpPr>
          <p:spPr>
            <a:xfrm>
              <a:off x="3056668" y="3461281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0"/>
                  </a:moveTo>
                  <a:cubicBezTo>
                    <a:pt x="0" y="0"/>
                    <a:pt x="0" y="0"/>
                    <a:pt x="0" y="107"/>
                  </a:cubicBezTo>
                  <a:lnTo>
                    <a:pt x="0" y="214"/>
                  </a:lnTo>
                  <a:cubicBezTo>
                    <a:pt x="107" y="214"/>
                    <a:pt x="107" y="107"/>
                    <a:pt x="107" y="107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63"/>
            <p:cNvSpPr/>
            <p:nvPr/>
          </p:nvSpPr>
          <p:spPr>
            <a:xfrm>
              <a:off x="3224403" y="3461281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08" y="0"/>
                    <a:pt x="0" y="0"/>
                    <a:pt x="0" y="107"/>
                  </a:cubicBezTo>
                  <a:cubicBezTo>
                    <a:pt x="108" y="107"/>
                    <a:pt x="108" y="107"/>
                    <a:pt x="108" y="214"/>
                  </a:cubicBezTo>
                  <a:cubicBezTo>
                    <a:pt x="215" y="214"/>
                    <a:pt x="215" y="107"/>
                    <a:pt x="215" y="107"/>
                  </a:cubicBezTo>
                  <a:cubicBezTo>
                    <a:pt x="215" y="0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63"/>
            <p:cNvSpPr/>
            <p:nvPr/>
          </p:nvSpPr>
          <p:spPr>
            <a:xfrm>
              <a:off x="3402148" y="3461281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" y="0"/>
                    <a:pt x="1" y="0"/>
                    <a:pt x="1" y="107"/>
                  </a:cubicBezTo>
                  <a:cubicBezTo>
                    <a:pt x="1" y="107"/>
                    <a:pt x="1" y="214"/>
                    <a:pt x="108" y="214"/>
                  </a:cubicBezTo>
                  <a:lnTo>
                    <a:pt x="215" y="107"/>
                  </a:lnTo>
                  <a:cubicBezTo>
                    <a:pt x="215" y="0"/>
                    <a:pt x="108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63"/>
            <p:cNvSpPr/>
            <p:nvPr/>
          </p:nvSpPr>
          <p:spPr>
            <a:xfrm>
              <a:off x="2878829" y="3606470"/>
              <a:ext cx="22639" cy="10103"/>
            </a:xfrm>
            <a:custGeom>
              <a:avLst/>
              <a:gdLst/>
              <a:ahLst/>
              <a:cxnLst/>
              <a:rect l="l" t="t" r="r" b="b"/>
              <a:pathLst>
                <a:path w="242" h="108" extrusionOk="0">
                  <a:moveTo>
                    <a:pt x="135" y="1"/>
                  </a:moveTo>
                  <a:cubicBezTo>
                    <a:pt x="135" y="1"/>
                    <a:pt x="1" y="1"/>
                    <a:pt x="1" y="108"/>
                  </a:cubicBezTo>
                  <a:lnTo>
                    <a:pt x="242" y="108"/>
                  </a:lnTo>
                  <a:cubicBezTo>
                    <a:pt x="242" y="1"/>
                    <a:pt x="135" y="1"/>
                    <a:pt x="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63"/>
            <p:cNvSpPr/>
            <p:nvPr/>
          </p:nvSpPr>
          <p:spPr>
            <a:xfrm>
              <a:off x="3056668" y="3606470"/>
              <a:ext cx="10103" cy="15342"/>
            </a:xfrm>
            <a:custGeom>
              <a:avLst/>
              <a:gdLst/>
              <a:ahLst/>
              <a:cxnLst/>
              <a:rect l="l" t="t" r="r" b="b"/>
              <a:pathLst>
                <a:path w="108" h="164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cubicBezTo>
                    <a:pt x="32" y="148"/>
                    <a:pt x="55" y="164"/>
                    <a:pt x="70" y="164"/>
                  </a:cubicBezTo>
                  <a:cubicBezTo>
                    <a:pt x="107" y="164"/>
                    <a:pt x="107" y="76"/>
                    <a:pt x="1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63"/>
            <p:cNvSpPr/>
            <p:nvPr/>
          </p:nvSpPr>
          <p:spPr>
            <a:xfrm>
              <a:off x="3224403" y="3606470"/>
              <a:ext cx="20113" cy="15342"/>
            </a:xfrm>
            <a:custGeom>
              <a:avLst/>
              <a:gdLst/>
              <a:ahLst/>
              <a:cxnLst/>
              <a:rect l="l" t="t" r="r" b="b"/>
              <a:pathLst>
                <a:path w="215" h="164" extrusionOk="0">
                  <a:moveTo>
                    <a:pt x="108" y="1"/>
                  </a:moveTo>
                  <a:cubicBezTo>
                    <a:pt x="108" y="1"/>
                    <a:pt x="0" y="1"/>
                    <a:pt x="0" y="108"/>
                  </a:cubicBezTo>
                  <a:lnTo>
                    <a:pt x="108" y="108"/>
                  </a:lnTo>
                  <a:cubicBezTo>
                    <a:pt x="140" y="148"/>
                    <a:pt x="162" y="164"/>
                    <a:pt x="178" y="164"/>
                  </a:cubicBezTo>
                  <a:cubicBezTo>
                    <a:pt x="215" y="164"/>
                    <a:pt x="215" y="76"/>
                    <a:pt x="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63"/>
            <p:cNvSpPr/>
            <p:nvPr/>
          </p:nvSpPr>
          <p:spPr>
            <a:xfrm>
              <a:off x="3402148" y="3606470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108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63"/>
            <p:cNvSpPr/>
            <p:nvPr/>
          </p:nvSpPr>
          <p:spPr>
            <a:xfrm>
              <a:off x="2878829" y="3754186"/>
              <a:ext cx="22639" cy="10103"/>
            </a:xfrm>
            <a:custGeom>
              <a:avLst/>
              <a:gdLst/>
              <a:ahLst/>
              <a:cxnLst/>
              <a:rect l="l" t="t" r="r" b="b"/>
              <a:pathLst>
                <a:path w="242" h="108" extrusionOk="0">
                  <a:moveTo>
                    <a:pt x="135" y="1"/>
                  </a:moveTo>
                  <a:cubicBezTo>
                    <a:pt x="135" y="1"/>
                    <a:pt x="1" y="1"/>
                    <a:pt x="1" y="108"/>
                  </a:cubicBezTo>
                  <a:lnTo>
                    <a:pt x="242" y="108"/>
                  </a:lnTo>
                  <a:cubicBezTo>
                    <a:pt x="242" y="1"/>
                    <a:pt x="135" y="1"/>
                    <a:pt x="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63"/>
            <p:cNvSpPr/>
            <p:nvPr/>
          </p:nvSpPr>
          <p:spPr>
            <a:xfrm>
              <a:off x="3056668" y="3754186"/>
              <a:ext cx="10103" cy="10103"/>
            </a:xfrm>
            <a:custGeom>
              <a:avLst/>
              <a:gdLst/>
              <a:ahLst/>
              <a:cxnLst/>
              <a:rect l="l" t="t" r="r" b="b"/>
              <a:pathLst>
                <a:path w="108" h="108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lnTo>
                    <a:pt x="107" y="10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63"/>
            <p:cNvSpPr/>
            <p:nvPr/>
          </p:nvSpPr>
          <p:spPr>
            <a:xfrm>
              <a:off x="3224403" y="3754186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08" y="1"/>
                    <a:pt x="0" y="1"/>
                    <a:pt x="0" y="108"/>
                  </a:cubicBezTo>
                  <a:lnTo>
                    <a:pt x="215" y="108"/>
                  </a:ln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63"/>
            <p:cNvSpPr/>
            <p:nvPr/>
          </p:nvSpPr>
          <p:spPr>
            <a:xfrm>
              <a:off x="3402148" y="3754186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108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4" name="Google Shape;2494;p63"/>
          <p:cNvGrpSpPr/>
          <p:nvPr/>
        </p:nvGrpSpPr>
        <p:grpSpPr>
          <a:xfrm flipH="1">
            <a:off x="3335529" y="285902"/>
            <a:ext cx="5411092" cy="4721744"/>
            <a:chOff x="3702327" y="1041049"/>
            <a:chExt cx="1712750" cy="1494601"/>
          </a:xfrm>
        </p:grpSpPr>
        <p:sp>
          <p:nvSpPr>
            <p:cNvPr id="2495" name="Google Shape;2495;p63"/>
            <p:cNvSpPr/>
            <p:nvPr/>
          </p:nvSpPr>
          <p:spPr>
            <a:xfrm>
              <a:off x="4810350" y="2482750"/>
              <a:ext cx="53550" cy="52900"/>
            </a:xfrm>
            <a:custGeom>
              <a:avLst/>
              <a:gdLst/>
              <a:ahLst/>
              <a:cxnLst/>
              <a:rect l="l" t="t" r="r" b="b"/>
              <a:pathLst>
                <a:path w="2142" h="2116" fill="none" extrusionOk="0">
                  <a:moveTo>
                    <a:pt x="1901" y="884"/>
                  </a:moveTo>
                  <a:cubicBezTo>
                    <a:pt x="2142" y="1553"/>
                    <a:pt x="1473" y="2115"/>
                    <a:pt x="804" y="2008"/>
                  </a:cubicBezTo>
                  <a:cubicBezTo>
                    <a:pt x="563" y="1901"/>
                    <a:pt x="242" y="1660"/>
                    <a:pt x="242" y="1339"/>
                  </a:cubicBezTo>
                  <a:cubicBezTo>
                    <a:pt x="1" y="670"/>
                    <a:pt x="563" y="1"/>
                    <a:pt x="1232" y="215"/>
                  </a:cubicBezTo>
                  <a:cubicBezTo>
                    <a:pt x="1580" y="322"/>
                    <a:pt x="1901" y="563"/>
                    <a:pt x="1901" y="884"/>
                  </a:cubicBezTo>
                  <a:close/>
                </a:path>
              </a:pathLst>
            </a:custGeom>
            <a:noFill/>
            <a:ln w="11375" cap="flat" cmpd="sng">
              <a:solidFill>
                <a:schemeClr val="lt1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63"/>
            <p:cNvSpPr/>
            <p:nvPr/>
          </p:nvSpPr>
          <p:spPr>
            <a:xfrm>
              <a:off x="4640400" y="2418525"/>
              <a:ext cx="22775" cy="22100"/>
            </a:xfrm>
            <a:custGeom>
              <a:avLst/>
              <a:gdLst/>
              <a:ahLst/>
              <a:cxnLst/>
              <a:rect l="l" t="t" r="r" b="b"/>
              <a:pathLst>
                <a:path w="911" h="884" fill="none" extrusionOk="0">
                  <a:moveTo>
                    <a:pt x="910" y="455"/>
                  </a:moveTo>
                  <a:cubicBezTo>
                    <a:pt x="910" y="669"/>
                    <a:pt x="669" y="884"/>
                    <a:pt x="455" y="884"/>
                  </a:cubicBezTo>
                  <a:cubicBezTo>
                    <a:pt x="241" y="884"/>
                    <a:pt x="0" y="669"/>
                    <a:pt x="0" y="455"/>
                  </a:cubicBezTo>
                  <a:cubicBezTo>
                    <a:pt x="0" y="107"/>
                    <a:pt x="241" y="0"/>
                    <a:pt x="455" y="0"/>
                  </a:cubicBezTo>
                  <a:cubicBezTo>
                    <a:pt x="669" y="0"/>
                    <a:pt x="910" y="107"/>
                    <a:pt x="910" y="455"/>
                  </a:cubicBezTo>
                  <a:close/>
                </a:path>
              </a:pathLst>
            </a:custGeom>
            <a:noFill/>
            <a:ln w="11375" cap="flat" cmpd="sng">
              <a:solidFill>
                <a:schemeClr val="lt1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63"/>
            <p:cNvSpPr/>
            <p:nvPr/>
          </p:nvSpPr>
          <p:spPr>
            <a:xfrm>
              <a:off x="5392977" y="1041049"/>
              <a:ext cx="22100" cy="22775"/>
            </a:xfrm>
            <a:custGeom>
              <a:avLst/>
              <a:gdLst/>
              <a:ahLst/>
              <a:cxnLst/>
              <a:rect l="l" t="t" r="r" b="b"/>
              <a:pathLst>
                <a:path w="884" h="911" fill="none" extrusionOk="0">
                  <a:moveTo>
                    <a:pt x="884" y="456"/>
                  </a:moveTo>
                  <a:cubicBezTo>
                    <a:pt x="884" y="804"/>
                    <a:pt x="669" y="911"/>
                    <a:pt x="455" y="911"/>
                  </a:cubicBezTo>
                  <a:cubicBezTo>
                    <a:pt x="107" y="911"/>
                    <a:pt x="0" y="804"/>
                    <a:pt x="0" y="456"/>
                  </a:cubicBezTo>
                  <a:cubicBezTo>
                    <a:pt x="0" y="242"/>
                    <a:pt x="107" y="1"/>
                    <a:pt x="455" y="1"/>
                  </a:cubicBezTo>
                  <a:cubicBezTo>
                    <a:pt x="669" y="1"/>
                    <a:pt x="884" y="242"/>
                    <a:pt x="884" y="456"/>
                  </a:cubicBezTo>
                  <a:close/>
                </a:path>
              </a:pathLst>
            </a:custGeom>
            <a:noFill/>
            <a:ln w="11375" cap="flat" cmpd="sng">
              <a:solidFill>
                <a:schemeClr val="lt1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63"/>
            <p:cNvSpPr/>
            <p:nvPr/>
          </p:nvSpPr>
          <p:spPr>
            <a:xfrm>
              <a:off x="3702327" y="1353290"/>
              <a:ext cx="72068" cy="72037"/>
            </a:xfrm>
            <a:custGeom>
              <a:avLst/>
              <a:gdLst/>
              <a:ahLst/>
              <a:cxnLst/>
              <a:rect l="l" t="t" r="r" b="b"/>
              <a:pathLst>
                <a:path w="2009" h="2008" fill="none" extrusionOk="0">
                  <a:moveTo>
                    <a:pt x="1874" y="803"/>
                  </a:moveTo>
                  <a:cubicBezTo>
                    <a:pt x="2008" y="1472"/>
                    <a:pt x="1446" y="2008"/>
                    <a:pt x="777" y="1901"/>
                  </a:cubicBezTo>
                  <a:cubicBezTo>
                    <a:pt x="429" y="1794"/>
                    <a:pt x="215" y="1579"/>
                    <a:pt x="108" y="1231"/>
                  </a:cubicBezTo>
                  <a:cubicBezTo>
                    <a:pt x="1" y="562"/>
                    <a:pt x="536" y="0"/>
                    <a:pt x="1205" y="134"/>
                  </a:cubicBezTo>
                  <a:cubicBezTo>
                    <a:pt x="1553" y="241"/>
                    <a:pt x="1767" y="455"/>
                    <a:pt x="1874" y="803"/>
                  </a:cubicBezTo>
                  <a:close/>
                </a:path>
              </a:pathLst>
            </a:custGeom>
            <a:noFill/>
            <a:ln w="11375" cap="flat" cmpd="sng">
              <a:solidFill>
                <a:schemeClr val="lt1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25000"/>
                    </a14:imgEffect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t="1585" b="1"/>
          <a:stretch/>
        </p:blipFill>
        <p:spPr>
          <a:xfrm>
            <a:off x="3853955" y="1583795"/>
            <a:ext cx="1536534" cy="15499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6"/>
          <a:srcRect l="15762" r="18649" b="59189"/>
          <a:stretch/>
        </p:blipFill>
        <p:spPr>
          <a:xfrm>
            <a:off x="1057795" y="1583795"/>
            <a:ext cx="1659988" cy="15499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8" name="Google Shape;504;p42"/>
          <p:cNvSpPr txBox="1">
            <a:spLocks/>
          </p:cNvSpPr>
          <p:nvPr/>
        </p:nvSpPr>
        <p:spPr>
          <a:xfrm>
            <a:off x="1039336" y="3610196"/>
            <a:ext cx="2169853" cy="3751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US" sz="1100" dirty="0">
                <a:solidFill>
                  <a:schemeClr val="bg1"/>
                </a:solidFill>
                <a:latin typeface="Raleway" panose="020B0604020202020204" charset="-52"/>
              </a:rPr>
              <a:t>Developer</a:t>
            </a:r>
            <a:br>
              <a:rPr lang="en-US" sz="1100" dirty="0">
                <a:solidFill>
                  <a:schemeClr val="bg1"/>
                </a:solidFill>
                <a:latin typeface="Raleway" panose="020B0604020202020204" charset="-52"/>
              </a:rPr>
            </a:br>
            <a:r>
              <a:rPr lang="en-US" sz="1100" dirty="0">
                <a:solidFill>
                  <a:schemeClr val="bg1"/>
                </a:solidFill>
                <a:latin typeface="Raleway" panose="020B0604020202020204" charset="-52"/>
              </a:rPr>
              <a:t>@</a:t>
            </a:r>
            <a:r>
              <a:rPr lang="en-US" sz="1100" dirty="0" err="1">
                <a:solidFill>
                  <a:schemeClr val="bg1"/>
                </a:solidFill>
                <a:latin typeface="Raleway" panose="020B0604020202020204" charset="-52"/>
              </a:rPr>
              <a:t>lklklklklklklklklklklklklk</a:t>
            </a:r>
            <a:r>
              <a:rPr lang="en-US" sz="1100" dirty="0">
                <a:solidFill>
                  <a:schemeClr val="bg1"/>
                </a:solidFill>
                <a:latin typeface="Raleway" panose="020B0604020202020204" charset="-52"/>
              </a:rPr>
              <a:t> </a:t>
            </a:r>
          </a:p>
        </p:txBody>
      </p:sp>
      <p:sp>
        <p:nvSpPr>
          <p:cNvPr id="139" name="Google Shape;504;p42"/>
          <p:cNvSpPr txBox="1">
            <a:spLocks/>
          </p:cNvSpPr>
          <p:nvPr/>
        </p:nvSpPr>
        <p:spPr>
          <a:xfrm>
            <a:off x="3881217" y="3603814"/>
            <a:ext cx="1896697" cy="3751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US" sz="1100" dirty="0" smtClean="0">
                <a:solidFill>
                  <a:schemeClr val="bg1"/>
                </a:solidFill>
                <a:latin typeface="Raleway" panose="020B0604020202020204" charset="-52"/>
              </a:rPr>
              <a:t>Data </a:t>
            </a:r>
            <a:r>
              <a:rPr lang="en-US" sz="1100" dirty="0">
                <a:solidFill>
                  <a:schemeClr val="bg1"/>
                </a:solidFill>
                <a:latin typeface="Raleway" panose="020B0604020202020204" charset="-52"/>
              </a:rPr>
              <a:t>scientist</a:t>
            </a:r>
            <a:br>
              <a:rPr lang="en-US" sz="1100" dirty="0">
                <a:solidFill>
                  <a:schemeClr val="bg1"/>
                </a:solidFill>
                <a:latin typeface="Raleway" panose="020B0604020202020204" charset="-52"/>
              </a:rPr>
            </a:br>
            <a:r>
              <a:rPr lang="en-US" sz="1100" dirty="0">
                <a:solidFill>
                  <a:schemeClr val="bg1"/>
                </a:solidFill>
                <a:latin typeface="Raleway" panose="020B0604020202020204" charset="-52"/>
              </a:rPr>
              <a:t>@</a:t>
            </a:r>
            <a:r>
              <a:rPr lang="en-US" sz="1100" dirty="0" err="1">
                <a:solidFill>
                  <a:schemeClr val="bg1"/>
                </a:solidFill>
                <a:latin typeface="Raleway" panose="020B0604020202020204" charset="-52"/>
              </a:rPr>
              <a:t>kvetcka</a:t>
            </a:r>
            <a:r>
              <a:rPr lang="en-US" sz="1100" dirty="0">
                <a:solidFill>
                  <a:schemeClr val="bg1"/>
                </a:solidFill>
                <a:latin typeface="Raleway" panose="020B0604020202020204" charset="-52"/>
              </a:rPr>
              <a:t> </a:t>
            </a:r>
          </a:p>
        </p:txBody>
      </p:sp>
      <p:sp>
        <p:nvSpPr>
          <p:cNvPr id="140" name="Google Shape;504;p42"/>
          <p:cNvSpPr txBox="1">
            <a:spLocks/>
          </p:cNvSpPr>
          <p:nvPr/>
        </p:nvSpPr>
        <p:spPr>
          <a:xfrm>
            <a:off x="6685045" y="3568016"/>
            <a:ext cx="2051710" cy="3751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US" sz="1100" dirty="0">
                <a:solidFill>
                  <a:schemeClr val="bg1"/>
                </a:solidFill>
                <a:latin typeface="Raleway" panose="020B0604020202020204" charset="-52"/>
              </a:rPr>
              <a:t>Developer</a:t>
            </a:r>
            <a:br>
              <a:rPr lang="en-US" sz="1100" dirty="0">
                <a:solidFill>
                  <a:schemeClr val="bg1"/>
                </a:solidFill>
                <a:latin typeface="Raleway" panose="020B0604020202020204" charset="-52"/>
              </a:rPr>
            </a:br>
            <a:r>
              <a:rPr lang="en-US" sz="1100" dirty="0">
                <a:solidFill>
                  <a:schemeClr val="bg1"/>
                </a:solidFill>
                <a:latin typeface="Raleway" panose="020B0604020202020204" charset="-52"/>
              </a:rPr>
              <a:t>@</a:t>
            </a:r>
            <a:r>
              <a:rPr lang="en-US" sz="1100" dirty="0" err="1">
                <a:solidFill>
                  <a:schemeClr val="bg1"/>
                </a:solidFill>
                <a:latin typeface="Raleway" panose="020B0604020202020204" charset="-52"/>
              </a:rPr>
              <a:t>mcdavidas</a:t>
            </a:r>
            <a:r>
              <a:rPr lang="en-US" sz="1100" dirty="0">
                <a:solidFill>
                  <a:schemeClr val="bg1"/>
                </a:solidFill>
                <a:latin typeface="Raleway" panose="020B0604020202020204" charset="-52"/>
              </a:rPr>
              <a:t> </a:t>
            </a:r>
          </a:p>
        </p:txBody>
      </p:sp>
      <p:pic>
        <p:nvPicPr>
          <p:cNvPr id="1026" name="Picture 2" descr="Иконка «Телеграмма App» — скачай бесплатно PNG и векторе"/>
          <p:cNvPicPr>
            <a:picLocks noChangeAspect="1" noChangeArrowheads="1"/>
          </p:cNvPicPr>
          <p:nvPr/>
        </p:nvPicPr>
        <p:blipFill>
          <a:blip r:embed="rId7">
            <a:biLevel thresh="5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757" y="3808557"/>
            <a:ext cx="253614" cy="253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Picture 2" descr="Иконка «Телеграмма App» — скачай бесплатно PNG и векторе"/>
          <p:cNvPicPr>
            <a:picLocks noChangeAspect="1" noChangeArrowheads="1"/>
          </p:cNvPicPr>
          <p:nvPr/>
        </p:nvPicPr>
        <p:blipFill>
          <a:blip r:embed="rId7">
            <a:biLevel thresh="5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6369" y="3788457"/>
            <a:ext cx="253614" cy="253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2" descr="Иконка «Телеграмма App» — скачай бесплатно PNG и векторе"/>
          <p:cNvPicPr>
            <a:picLocks noChangeAspect="1" noChangeArrowheads="1"/>
          </p:cNvPicPr>
          <p:nvPr/>
        </p:nvPicPr>
        <p:blipFill>
          <a:blip r:embed="rId7">
            <a:biLevel thresh="5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6060" y="3797763"/>
            <a:ext cx="253614" cy="253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9"/>
          <a:srcRect l="19013" t="713" r="14816" b="54871"/>
          <a:stretch/>
        </p:blipFill>
        <p:spPr>
          <a:xfrm>
            <a:off x="6603176" y="1551627"/>
            <a:ext cx="1625181" cy="15566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9" name="Google Shape;2899;p68"/>
          <p:cNvGrpSpPr/>
          <p:nvPr/>
        </p:nvGrpSpPr>
        <p:grpSpPr>
          <a:xfrm rot="10800000">
            <a:off x="7376654" y="4068330"/>
            <a:ext cx="543432" cy="741197"/>
            <a:chOff x="2878829" y="3023092"/>
            <a:chExt cx="543432" cy="741197"/>
          </a:xfrm>
        </p:grpSpPr>
        <p:sp>
          <p:nvSpPr>
            <p:cNvPr id="2900" name="Google Shape;2900;p68"/>
            <p:cNvSpPr/>
            <p:nvPr/>
          </p:nvSpPr>
          <p:spPr>
            <a:xfrm>
              <a:off x="2878829" y="3023092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0"/>
                  </a:moveTo>
                  <a:lnTo>
                    <a:pt x="1" y="107"/>
                  </a:lnTo>
                  <a:cubicBezTo>
                    <a:pt x="1" y="214"/>
                    <a:pt x="135" y="214"/>
                    <a:pt x="135" y="214"/>
                  </a:cubicBezTo>
                  <a:cubicBezTo>
                    <a:pt x="135" y="214"/>
                    <a:pt x="242" y="214"/>
                    <a:pt x="242" y="107"/>
                  </a:cubicBezTo>
                  <a:lnTo>
                    <a:pt x="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68"/>
            <p:cNvSpPr/>
            <p:nvPr/>
          </p:nvSpPr>
          <p:spPr>
            <a:xfrm>
              <a:off x="3056668" y="3023092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0"/>
                  </a:moveTo>
                  <a:cubicBezTo>
                    <a:pt x="0" y="0"/>
                    <a:pt x="0" y="107"/>
                    <a:pt x="0" y="107"/>
                  </a:cubicBezTo>
                  <a:lnTo>
                    <a:pt x="0" y="214"/>
                  </a:lnTo>
                  <a:cubicBezTo>
                    <a:pt x="107" y="214"/>
                    <a:pt x="107" y="214"/>
                    <a:pt x="107" y="107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68"/>
            <p:cNvSpPr/>
            <p:nvPr/>
          </p:nvSpPr>
          <p:spPr>
            <a:xfrm>
              <a:off x="3224403" y="3023092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lnTo>
                    <a:pt x="0" y="107"/>
                  </a:lnTo>
                  <a:lnTo>
                    <a:pt x="108" y="214"/>
                  </a:lnTo>
                  <a:cubicBezTo>
                    <a:pt x="215" y="214"/>
                    <a:pt x="215" y="214"/>
                    <a:pt x="215" y="107"/>
                  </a:cubicBezTo>
                  <a:cubicBezTo>
                    <a:pt x="215" y="107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68"/>
            <p:cNvSpPr/>
            <p:nvPr/>
          </p:nvSpPr>
          <p:spPr>
            <a:xfrm>
              <a:off x="3402148" y="3023092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" y="0"/>
                    <a:pt x="1" y="107"/>
                    <a:pt x="1" y="107"/>
                  </a:cubicBezTo>
                  <a:cubicBezTo>
                    <a:pt x="1" y="214"/>
                    <a:pt x="1" y="214"/>
                    <a:pt x="108" y="214"/>
                  </a:cubicBezTo>
                  <a:cubicBezTo>
                    <a:pt x="108" y="214"/>
                    <a:pt x="215" y="214"/>
                    <a:pt x="215" y="107"/>
                  </a:cubicBezTo>
                  <a:lnTo>
                    <a:pt x="1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68"/>
            <p:cNvSpPr/>
            <p:nvPr/>
          </p:nvSpPr>
          <p:spPr>
            <a:xfrm>
              <a:off x="2878829" y="3168282"/>
              <a:ext cx="22639" cy="22639"/>
            </a:xfrm>
            <a:custGeom>
              <a:avLst/>
              <a:gdLst/>
              <a:ahLst/>
              <a:cxnLst/>
              <a:rect l="l" t="t" r="r" b="b"/>
              <a:pathLst>
                <a:path w="242" h="242" extrusionOk="0">
                  <a:moveTo>
                    <a:pt x="135" y="1"/>
                  </a:moveTo>
                  <a:lnTo>
                    <a:pt x="1" y="108"/>
                  </a:lnTo>
                  <a:lnTo>
                    <a:pt x="135" y="242"/>
                  </a:lnTo>
                  <a:lnTo>
                    <a:pt x="242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68"/>
            <p:cNvSpPr/>
            <p:nvPr/>
          </p:nvSpPr>
          <p:spPr>
            <a:xfrm>
              <a:off x="3056668" y="3168282"/>
              <a:ext cx="10103" cy="22639"/>
            </a:xfrm>
            <a:custGeom>
              <a:avLst/>
              <a:gdLst/>
              <a:ahLst/>
              <a:cxnLst/>
              <a:rect l="l" t="t" r="r" b="b"/>
              <a:pathLst>
                <a:path w="108" h="242" extrusionOk="0">
                  <a:moveTo>
                    <a:pt x="107" y="1"/>
                  </a:moveTo>
                  <a:cubicBezTo>
                    <a:pt x="0" y="1"/>
                    <a:pt x="0" y="108"/>
                    <a:pt x="0" y="108"/>
                  </a:cubicBezTo>
                  <a:cubicBezTo>
                    <a:pt x="0" y="108"/>
                    <a:pt x="0" y="242"/>
                    <a:pt x="107" y="242"/>
                  </a:cubicBezTo>
                  <a:lnTo>
                    <a:pt x="107" y="10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68"/>
            <p:cNvSpPr/>
            <p:nvPr/>
          </p:nvSpPr>
          <p:spPr>
            <a:xfrm>
              <a:off x="3224403" y="3168282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8" y="1"/>
                  </a:moveTo>
                  <a:lnTo>
                    <a:pt x="0" y="108"/>
                  </a:lnTo>
                  <a:lnTo>
                    <a:pt x="108" y="242"/>
                  </a:lnTo>
                  <a:cubicBezTo>
                    <a:pt x="215" y="242"/>
                    <a:pt x="215" y="108"/>
                    <a:pt x="215" y="108"/>
                  </a:cubicBezTo>
                  <a:cubicBezTo>
                    <a:pt x="215" y="108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68"/>
            <p:cNvSpPr/>
            <p:nvPr/>
          </p:nvSpPr>
          <p:spPr>
            <a:xfrm>
              <a:off x="3402148" y="3168282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8" y="1"/>
                  </a:moveTo>
                  <a:cubicBezTo>
                    <a:pt x="1" y="1"/>
                    <a:pt x="1" y="108"/>
                    <a:pt x="1" y="108"/>
                  </a:cubicBezTo>
                  <a:cubicBezTo>
                    <a:pt x="1" y="108"/>
                    <a:pt x="1" y="242"/>
                    <a:pt x="108" y="242"/>
                  </a:cubicBezTo>
                  <a:lnTo>
                    <a:pt x="215" y="108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68"/>
            <p:cNvSpPr/>
            <p:nvPr/>
          </p:nvSpPr>
          <p:spPr>
            <a:xfrm>
              <a:off x="2878829" y="3315997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1"/>
                  </a:moveTo>
                  <a:lnTo>
                    <a:pt x="1" y="108"/>
                  </a:lnTo>
                  <a:lnTo>
                    <a:pt x="135" y="215"/>
                  </a:lnTo>
                  <a:lnTo>
                    <a:pt x="242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68"/>
            <p:cNvSpPr/>
            <p:nvPr/>
          </p:nvSpPr>
          <p:spPr>
            <a:xfrm>
              <a:off x="3056668" y="3315997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1"/>
                  </a:moveTo>
                  <a:cubicBezTo>
                    <a:pt x="0" y="1"/>
                    <a:pt x="0" y="108"/>
                    <a:pt x="0" y="108"/>
                  </a:cubicBezTo>
                  <a:lnTo>
                    <a:pt x="0" y="215"/>
                  </a:lnTo>
                  <a:cubicBezTo>
                    <a:pt x="107" y="215"/>
                    <a:pt x="107" y="108"/>
                    <a:pt x="107" y="108"/>
                  </a:cubicBez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68"/>
            <p:cNvSpPr/>
            <p:nvPr/>
          </p:nvSpPr>
          <p:spPr>
            <a:xfrm>
              <a:off x="3224403" y="3315997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1"/>
                  </a:moveTo>
                  <a:lnTo>
                    <a:pt x="0" y="108"/>
                  </a:lnTo>
                  <a:cubicBezTo>
                    <a:pt x="108" y="108"/>
                    <a:pt x="108" y="215"/>
                    <a:pt x="108" y="215"/>
                  </a:cubicBezTo>
                  <a:cubicBezTo>
                    <a:pt x="215" y="215"/>
                    <a:pt x="215" y="108"/>
                    <a:pt x="215" y="108"/>
                  </a:cubicBez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68"/>
            <p:cNvSpPr/>
            <p:nvPr/>
          </p:nvSpPr>
          <p:spPr>
            <a:xfrm>
              <a:off x="3402148" y="3315997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1"/>
                  </a:moveTo>
                  <a:cubicBezTo>
                    <a:pt x="1" y="1"/>
                    <a:pt x="1" y="108"/>
                    <a:pt x="1" y="108"/>
                  </a:cubicBezTo>
                  <a:cubicBezTo>
                    <a:pt x="1" y="108"/>
                    <a:pt x="1" y="215"/>
                    <a:pt x="108" y="215"/>
                  </a:cubicBezTo>
                  <a:lnTo>
                    <a:pt x="215" y="108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68"/>
            <p:cNvSpPr/>
            <p:nvPr/>
          </p:nvSpPr>
          <p:spPr>
            <a:xfrm>
              <a:off x="2878829" y="3461281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0"/>
                  </a:moveTo>
                  <a:cubicBezTo>
                    <a:pt x="135" y="0"/>
                    <a:pt x="1" y="0"/>
                    <a:pt x="1" y="107"/>
                  </a:cubicBezTo>
                  <a:lnTo>
                    <a:pt x="135" y="214"/>
                  </a:lnTo>
                  <a:lnTo>
                    <a:pt x="242" y="107"/>
                  </a:lnTo>
                  <a:cubicBezTo>
                    <a:pt x="242" y="0"/>
                    <a:pt x="135" y="0"/>
                    <a:pt x="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68"/>
            <p:cNvSpPr/>
            <p:nvPr/>
          </p:nvSpPr>
          <p:spPr>
            <a:xfrm>
              <a:off x="3056668" y="3461281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0"/>
                  </a:moveTo>
                  <a:cubicBezTo>
                    <a:pt x="0" y="0"/>
                    <a:pt x="0" y="0"/>
                    <a:pt x="0" y="107"/>
                  </a:cubicBezTo>
                  <a:lnTo>
                    <a:pt x="0" y="214"/>
                  </a:lnTo>
                  <a:cubicBezTo>
                    <a:pt x="107" y="214"/>
                    <a:pt x="107" y="107"/>
                    <a:pt x="107" y="107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68"/>
            <p:cNvSpPr/>
            <p:nvPr/>
          </p:nvSpPr>
          <p:spPr>
            <a:xfrm>
              <a:off x="3224403" y="3461281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08" y="0"/>
                    <a:pt x="0" y="0"/>
                    <a:pt x="0" y="107"/>
                  </a:cubicBezTo>
                  <a:cubicBezTo>
                    <a:pt x="108" y="107"/>
                    <a:pt x="108" y="107"/>
                    <a:pt x="108" y="214"/>
                  </a:cubicBezTo>
                  <a:cubicBezTo>
                    <a:pt x="215" y="214"/>
                    <a:pt x="215" y="107"/>
                    <a:pt x="215" y="107"/>
                  </a:cubicBezTo>
                  <a:cubicBezTo>
                    <a:pt x="215" y="0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68"/>
            <p:cNvSpPr/>
            <p:nvPr/>
          </p:nvSpPr>
          <p:spPr>
            <a:xfrm>
              <a:off x="3402148" y="3461281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" y="0"/>
                    <a:pt x="1" y="0"/>
                    <a:pt x="1" y="107"/>
                  </a:cubicBezTo>
                  <a:cubicBezTo>
                    <a:pt x="1" y="107"/>
                    <a:pt x="1" y="214"/>
                    <a:pt x="108" y="214"/>
                  </a:cubicBezTo>
                  <a:lnTo>
                    <a:pt x="215" y="107"/>
                  </a:lnTo>
                  <a:cubicBezTo>
                    <a:pt x="215" y="0"/>
                    <a:pt x="108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68"/>
            <p:cNvSpPr/>
            <p:nvPr/>
          </p:nvSpPr>
          <p:spPr>
            <a:xfrm>
              <a:off x="2878829" y="3606470"/>
              <a:ext cx="22639" cy="10103"/>
            </a:xfrm>
            <a:custGeom>
              <a:avLst/>
              <a:gdLst/>
              <a:ahLst/>
              <a:cxnLst/>
              <a:rect l="l" t="t" r="r" b="b"/>
              <a:pathLst>
                <a:path w="242" h="108" extrusionOk="0">
                  <a:moveTo>
                    <a:pt x="135" y="1"/>
                  </a:moveTo>
                  <a:cubicBezTo>
                    <a:pt x="135" y="1"/>
                    <a:pt x="1" y="1"/>
                    <a:pt x="1" y="108"/>
                  </a:cubicBezTo>
                  <a:lnTo>
                    <a:pt x="242" y="108"/>
                  </a:lnTo>
                  <a:cubicBezTo>
                    <a:pt x="242" y="1"/>
                    <a:pt x="135" y="1"/>
                    <a:pt x="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68"/>
            <p:cNvSpPr/>
            <p:nvPr/>
          </p:nvSpPr>
          <p:spPr>
            <a:xfrm>
              <a:off x="3056668" y="3606470"/>
              <a:ext cx="10103" cy="15342"/>
            </a:xfrm>
            <a:custGeom>
              <a:avLst/>
              <a:gdLst/>
              <a:ahLst/>
              <a:cxnLst/>
              <a:rect l="l" t="t" r="r" b="b"/>
              <a:pathLst>
                <a:path w="108" h="164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cubicBezTo>
                    <a:pt x="32" y="148"/>
                    <a:pt x="55" y="164"/>
                    <a:pt x="70" y="164"/>
                  </a:cubicBezTo>
                  <a:cubicBezTo>
                    <a:pt x="107" y="164"/>
                    <a:pt x="107" y="76"/>
                    <a:pt x="1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68"/>
            <p:cNvSpPr/>
            <p:nvPr/>
          </p:nvSpPr>
          <p:spPr>
            <a:xfrm>
              <a:off x="3224403" y="3606470"/>
              <a:ext cx="20113" cy="15342"/>
            </a:xfrm>
            <a:custGeom>
              <a:avLst/>
              <a:gdLst/>
              <a:ahLst/>
              <a:cxnLst/>
              <a:rect l="l" t="t" r="r" b="b"/>
              <a:pathLst>
                <a:path w="215" h="164" extrusionOk="0">
                  <a:moveTo>
                    <a:pt x="108" y="1"/>
                  </a:moveTo>
                  <a:cubicBezTo>
                    <a:pt x="108" y="1"/>
                    <a:pt x="0" y="1"/>
                    <a:pt x="0" y="108"/>
                  </a:cubicBezTo>
                  <a:lnTo>
                    <a:pt x="108" y="108"/>
                  </a:lnTo>
                  <a:cubicBezTo>
                    <a:pt x="140" y="148"/>
                    <a:pt x="162" y="164"/>
                    <a:pt x="178" y="164"/>
                  </a:cubicBezTo>
                  <a:cubicBezTo>
                    <a:pt x="215" y="164"/>
                    <a:pt x="215" y="76"/>
                    <a:pt x="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68"/>
            <p:cNvSpPr/>
            <p:nvPr/>
          </p:nvSpPr>
          <p:spPr>
            <a:xfrm>
              <a:off x="3402148" y="3606470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108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68"/>
            <p:cNvSpPr/>
            <p:nvPr/>
          </p:nvSpPr>
          <p:spPr>
            <a:xfrm>
              <a:off x="2878829" y="3754186"/>
              <a:ext cx="22639" cy="10103"/>
            </a:xfrm>
            <a:custGeom>
              <a:avLst/>
              <a:gdLst/>
              <a:ahLst/>
              <a:cxnLst/>
              <a:rect l="l" t="t" r="r" b="b"/>
              <a:pathLst>
                <a:path w="242" h="108" extrusionOk="0">
                  <a:moveTo>
                    <a:pt x="135" y="1"/>
                  </a:moveTo>
                  <a:cubicBezTo>
                    <a:pt x="135" y="1"/>
                    <a:pt x="1" y="1"/>
                    <a:pt x="1" y="108"/>
                  </a:cubicBezTo>
                  <a:lnTo>
                    <a:pt x="242" y="108"/>
                  </a:lnTo>
                  <a:cubicBezTo>
                    <a:pt x="242" y="1"/>
                    <a:pt x="135" y="1"/>
                    <a:pt x="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68"/>
            <p:cNvSpPr/>
            <p:nvPr/>
          </p:nvSpPr>
          <p:spPr>
            <a:xfrm>
              <a:off x="3056668" y="3754186"/>
              <a:ext cx="10103" cy="10103"/>
            </a:xfrm>
            <a:custGeom>
              <a:avLst/>
              <a:gdLst/>
              <a:ahLst/>
              <a:cxnLst/>
              <a:rect l="l" t="t" r="r" b="b"/>
              <a:pathLst>
                <a:path w="108" h="108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lnTo>
                    <a:pt x="107" y="10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68"/>
            <p:cNvSpPr/>
            <p:nvPr/>
          </p:nvSpPr>
          <p:spPr>
            <a:xfrm>
              <a:off x="3224403" y="3754186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08" y="1"/>
                    <a:pt x="0" y="1"/>
                    <a:pt x="0" y="108"/>
                  </a:cubicBezTo>
                  <a:lnTo>
                    <a:pt x="215" y="108"/>
                  </a:ln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68"/>
            <p:cNvSpPr/>
            <p:nvPr/>
          </p:nvSpPr>
          <p:spPr>
            <a:xfrm>
              <a:off x="3402148" y="3754186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108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24" name="Google Shape;2924;p68"/>
          <p:cNvGrpSpPr/>
          <p:nvPr/>
        </p:nvGrpSpPr>
        <p:grpSpPr>
          <a:xfrm rot="10800000">
            <a:off x="1239817" y="2482080"/>
            <a:ext cx="543432" cy="741197"/>
            <a:chOff x="2878829" y="3023092"/>
            <a:chExt cx="543432" cy="741197"/>
          </a:xfrm>
        </p:grpSpPr>
        <p:sp>
          <p:nvSpPr>
            <p:cNvPr id="2925" name="Google Shape;2925;p68"/>
            <p:cNvSpPr/>
            <p:nvPr/>
          </p:nvSpPr>
          <p:spPr>
            <a:xfrm>
              <a:off x="2878829" y="3023092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0"/>
                  </a:moveTo>
                  <a:lnTo>
                    <a:pt x="1" y="107"/>
                  </a:lnTo>
                  <a:cubicBezTo>
                    <a:pt x="1" y="214"/>
                    <a:pt x="135" y="214"/>
                    <a:pt x="135" y="214"/>
                  </a:cubicBezTo>
                  <a:cubicBezTo>
                    <a:pt x="135" y="214"/>
                    <a:pt x="242" y="214"/>
                    <a:pt x="242" y="107"/>
                  </a:cubicBezTo>
                  <a:lnTo>
                    <a:pt x="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68"/>
            <p:cNvSpPr/>
            <p:nvPr/>
          </p:nvSpPr>
          <p:spPr>
            <a:xfrm>
              <a:off x="3056668" y="3023092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0"/>
                  </a:moveTo>
                  <a:cubicBezTo>
                    <a:pt x="0" y="0"/>
                    <a:pt x="0" y="107"/>
                    <a:pt x="0" y="107"/>
                  </a:cubicBezTo>
                  <a:lnTo>
                    <a:pt x="0" y="214"/>
                  </a:lnTo>
                  <a:cubicBezTo>
                    <a:pt x="107" y="214"/>
                    <a:pt x="107" y="214"/>
                    <a:pt x="107" y="107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68"/>
            <p:cNvSpPr/>
            <p:nvPr/>
          </p:nvSpPr>
          <p:spPr>
            <a:xfrm>
              <a:off x="3224403" y="3023092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lnTo>
                    <a:pt x="0" y="107"/>
                  </a:lnTo>
                  <a:lnTo>
                    <a:pt x="108" y="214"/>
                  </a:lnTo>
                  <a:cubicBezTo>
                    <a:pt x="215" y="214"/>
                    <a:pt x="215" y="214"/>
                    <a:pt x="215" y="107"/>
                  </a:cubicBezTo>
                  <a:cubicBezTo>
                    <a:pt x="215" y="107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68"/>
            <p:cNvSpPr/>
            <p:nvPr/>
          </p:nvSpPr>
          <p:spPr>
            <a:xfrm>
              <a:off x="3402148" y="3023092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" y="0"/>
                    <a:pt x="1" y="107"/>
                    <a:pt x="1" y="107"/>
                  </a:cubicBezTo>
                  <a:cubicBezTo>
                    <a:pt x="1" y="214"/>
                    <a:pt x="1" y="214"/>
                    <a:pt x="108" y="214"/>
                  </a:cubicBezTo>
                  <a:cubicBezTo>
                    <a:pt x="108" y="214"/>
                    <a:pt x="215" y="214"/>
                    <a:pt x="215" y="107"/>
                  </a:cubicBezTo>
                  <a:lnTo>
                    <a:pt x="1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68"/>
            <p:cNvSpPr/>
            <p:nvPr/>
          </p:nvSpPr>
          <p:spPr>
            <a:xfrm>
              <a:off x="2878829" y="3168282"/>
              <a:ext cx="22639" cy="22639"/>
            </a:xfrm>
            <a:custGeom>
              <a:avLst/>
              <a:gdLst/>
              <a:ahLst/>
              <a:cxnLst/>
              <a:rect l="l" t="t" r="r" b="b"/>
              <a:pathLst>
                <a:path w="242" h="242" extrusionOk="0">
                  <a:moveTo>
                    <a:pt x="135" y="1"/>
                  </a:moveTo>
                  <a:lnTo>
                    <a:pt x="1" y="108"/>
                  </a:lnTo>
                  <a:lnTo>
                    <a:pt x="135" y="242"/>
                  </a:lnTo>
                  <a:lnTo>
                    <a:pt x="242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68"/>
            <p:cNvSpPr/>
            <p:nvPr/>
          </p:nvSpPr>
          <p:spPr>
            <a:xfrm>
              <a:off x="3056668" y="3168282"/>
              <a:ext cx="10103" cy="22639"/>
            </a:xfrm>
            <a:custGeom>
              <a:avLst/>
              <a:gdLst/>
              <a:ahLst/>
              <a:cxnLst/>
              <a:rect l="l" t="t" r="r" b="b"/>
              <a:pathLst>
                <a:path w="108" h="242" extrusionOk="0">
                  <a:moveTo>
                    <a:pt x="107" y="1"/>
                  </a:moveTo>
                  <a:cubicBezTo>
                    <a:pt x="0" y="1"/>
                    <a:pt x="0" y="108"/>
                    <a:pt x="0" y="108"/>
                  </a:cubicBezTo>
                  <a:cubicBezTo>
                    <a:pt x="0" y="108"/>
                    <a:pt x="0" y="242"/>
                    <a:pt x="107" y="242"/>
                  </a:cubicBezTo>
                  <a:lnTo>
                    <a:pt x="107" y="10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68"/>
            <p:cNvSpPr/>
            <p:nvPr/>
          </p:nvSpPr>
          <p:spPr>
            <a:xfrm>
              <a:off x="3224403" y="3168282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8" y="1"/>
                  </a:moveTo>
                  <a:lnTo>
                    <a:pt x="0" y="108"/>
                  </a:lnTo>
                  <a:lnTo>
                    <a:pt x="108" y="242"/>
                  </a:lnTo>
                  <a:cubicBezTo>
                    <a:pt x="215" y="242"/>
                    <a:pt x="215" y="108"/>
                    <a:pt x="215" y="108"/>
                  </a:cubicBezTo>
                  <a:cubicBezTo>
                    <a:pt x="215" y="108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68"/>
            <p:cNvSpPr/>
            <p:nvPr/>
          </p:nvSpPr>
          <p:spPr>
            <a:xfrm>
              <a:off x="3402148" y="3168282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8" y="1"/>
                  </a:moveTo>
                  <a:cubicBezTo>
                    <a:pt x="1" y="1"/>
                    <a:pt x="1" y="108"/>
                    <a:pt x="1" y="108"/>
                  </a:cubicBezTo>
                  <a:cubicBezTo>
                    <a:pt x="1" y="108"/>
                    <a:pt x="1" y="242"/>
                    <a:pt x="108" y="242"/>
                  </a:cubicBezTo>
                  <a:lnTo>
                    <a:pt x="215" y="108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68"/>
            <p:cNvSpPr/>
            <p:nvPr/>
          </p:nvSpPr>
          <p:spPr>
            <a:xfrm>
              <a:off x="2878829" y="3315997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1"/>
                  </a:moveTo>
                  <a:lnTo>
                    <a:pt x="1" y="108"/>
                  </a:lnTo>
                  <a:lnTo>
                    <a:pt x="135" y="215"/>
                  </a:lnTo>
                  <a:lnTo>
                    <a:pt x="242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68"/>
            <p:cNvSpPr/>
            <p:nvPr/>
          </p:nvSpPr>
          <p:spPr>
            <a:xfrm>
              <a:off x="3056668" y="3315997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1"/>
                  </a:moveTo>
                  <a:cubicBezTo>
                    <a:pt x="0" y="1"/>
                    <a:pt x="0" y="108"/>
                    <a:pt x="0" y="108"/>
                  </a:cubicBezTo>
                  <a:lnTo>
                    <a:pt x="0" y="215"/>
                  </a:lnTo>
                  <a:cubicBezTo>
                    <a:pt x="107" y="215"/>
                    <a:pt x="107" y="108"/>
                    <a:pt x="107" y="108"/>
                  </a:cubicBez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68"/>
            <p:cNvSpPr/>
            <p:nvPr/>
          </p:nvSpPr>
          <p:spPr>
            <a:xfrm>
              <a:off x="3224403" y="3315997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1"/>
                  </a:moveTo>
                  <a:lnTo>
                    <a:pt x="0" y="108"/>
                  </a:lnTo>
                  <a:cubicBezTo>
                    <a:pt x="108" y="108"/>
                    <a:pt x="108" y="215"/>
                    <a:pt x="108" y="215"/>
                  </a:cubicBezTo>
                  <a:cubicBezTo>
                    <a:pt x="215" y="215"/>
                    <a:pt x="215" y="108"/>
                    <a:pt x="215" y="108"/>
                  </a:cubicBez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68"/>
            <p:cNvSpPr/>
            <p:nvPr/>
          </p:nvSpPr>
          <p:spPr>
            <a:xfrm>
              <a:off x="3402148" y="3315997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1"/>
                  </a:moveTo>
                  <a:cubicBezTo>
                    <a:pt x="1" y="1"/>
                    <a:pt x="1" y="108"/>
                    <a:pt x="1" y="108"/>
                  </a:cubicBezTo>
                  <a:cubicBezTo>
                    <a:pt x="1" y="108"/>
                    <a:pt x="1" y="215"/>
                    <a:pt x="108" y="215"/>
                  </a:cubicBezTo>
                  <a:lnTo>
                    <a:pt x="215" y="108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68"/>
            <p:cNvSpPr/>
            <p:nvPr/>
          </p:nvSpPr>
          <p:spPr>
            <a:xfrm>
              <a:off x="2878829" y="3461281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0"/>
                  </a:moveTo>
                  <a:cubicBezTo>
                    <a:pt x="135" y="0"/>
                    <a:pt x="1" y="0"/>
                    <a:pt x="1" y="107"/>
                  </a:cubicBezTo>
                  <a:lnTo>
                    <a:pt x="135" y="214"/>
                  </a:lnTo>
                  <a:lnTo>
                    <a:pt x="242" y="107"/>
                  </a:lnTo>
                  <a:cubicBezTo>
                    <a:pt x="242" y="0"/>
                    <a:pt x="135" y="0"/>
                    <a:pt x="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68"/>
            <p:cNvSpPr/>
            <p:nvPr/>
          </p:nvSpPr>
          <p:spPr>
            <a:xfrm>
              <a:off x="3056668" y="3461281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0"/>
                  </a:moveTo>
                  <a:cubicBezTo>
                    <a:pt x="0" y="0"/>
                    <a:pt x="0" y="0"/>
                    <a:pt x="0" y="107"/>
                  </a:cubicBezTo>
                  <a:lnTo>
                    <a:pt x="0" y="214"/>
                  </a:lnTo>
                  <a:cubicBezTo>
                    <a:pt x="107" y="214"/>
                    <a:pt x="107" y="107"/>
                    <a:pt x="107" y="107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68"/>
            <p:cNvSpPr/>
            <p:nvPr/>
          </p:nvSpPr>
          <p:spPr>
            <a:xfrm>
              <a:off x="3224403" y="3461281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08" y="0"/>
                    <a:pt x="0" y="0"/>
                    <a:pt x="0" y="107"/>
                  </a:cubicBezTo>
                  <a:cubicBezTo>
                    <a:pt x="108" y="107"/>
                    <a:pt x="108" y="107"/>
                    <a:pt x="108" y="214"/>
                  </a:cubicBezTo>
                  <a:cubicBezTo>
                    <a:pt x="215" y="214"/>
                    <a:pt x="215" y="107"/>
                    <a:pt x="215" y="107"/>
                  </a:cubicBezTo>
                  <a:cubicBezTo>
                    <a:pt x="215" y="0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68"/>
            <p:cNvSpPr/>
            <p:nvPr/>
          </p:nvSpPr>
          <p:spPr>
            <a:xfrm>
              <a:off x="3402148" y="3461281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" y="0"/>
                    <a:pt x="1" y="0"/>
                    <a:pt x="1" y="107"/>
                  </a:cubicBezTo>
                  <a:cubicBezTo>
                    <a:pt x="1" y="107"/>
                    <a:pt x="1" y="214"/>
                    <a:pt x="108" y="214"/>
                  </a:cubicBezTo>
                  <a:lnTo>
                    <a:pt x="215" y="107"/>
                  </a:lnTo>
                  <a:cubicBezTo>
                    <a:pt x="215" y="0"/>
                    <a:pt x="108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68"/>
            <p:cNvSpPr/>
            <p:nvPr/>
          </p:nvSpPr>
          <p:spPr>
            <a:xfrm>
              <a:off x="2878829" y="3606470"/>
              <a:ext cx="22639" cy="10103"/>
            </a:xfrm>
            <a:custGeom>
              <a:avLst/>
              <a:gdLst/>
              <a:ahLst/>
              <a:cxnLst/>
              <a:rect l="l" t="t" r="r" b="b"/>
              <a:pathLst>
                <a:path w="242" h="108" extrusionOk="0">
                  <a:moveTo>
                    <a:pt x="135" y="1"/>
                  </a:moveTo>
                  <a:cubicBezTo>
                    <a:pt x="135" y="1"/>
                    <a:pt x="1" y="1"/>
                    <a:pt x="1" y="108"/>
                  </a:cubicBezTo>
                  <a:lnTo>
                    <a:pt x="242" y="108"/>
                  </a:lnTo>
                  <a:cubicBezTo>
                    <a:pt x="242" y="1"/>
                    <a:pt x="135" y="1"/>
                    <a:pt x="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68"/>
            <p:cNvSpPr/>
            <p:nvPr/>
          </p:nvSpPr>
          <p:spPr>
            <a:xfrm>
              <a:off x="3056668" y="3606470"/>
              <a:ext cx="10103" cy="15342"/>
            </a:xfrm>
            <a:custGeom>
              <a:avLst/>
              <a:gdLst/>
              <a:ahLst/>
              <a:cxnLst/>
              <a:rect l="l" t="t" r="r" b="b"/>
              <a:pathLst>
                <a:path w="108" h="164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cubicBezTo>
                    <a:pt x="32" y="148"/>
                    <a:pt x="55" y="164"/>
                    <a:pt x="70" y="164"/>
                  </a:cubicBezTo>
                  <a:cubicBezTo>
                    <a:pt x="107" y="164"/>
                    <a:pt x="107" y="76"/>
                    <a:pt x="1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68"/>
            <p:cNvSpPr/>
            <p:nvPr/>
          </p:nvSpPr>
          <p:spPr>
            <a:xfrm>
              <a:off x="3224403" y="3606470"/>
              <a:ext cx="20113" cy="15342"/>
            </a:xfrm>
            <a:custGeom>
              <a:avLst/>
              <a:gdLst/>
              <a:ahLst/>
              <a:cxnLst/>
              <a:rect l="l" t="t" r="r" b="b"/>
              <a:pathLst>
                <a:path w="215" h="164" extrusionOk="0">
                  <a:moveTo>
                    <a:pt x="108" y="1"/>
                  </a:moveTo>
                  <a:cubicBezTo>
                    <a:pt x="108" y="1"/>
                    <a:pt x="0" y="1"/>
                    <a:pt x="0" y="108"/>
                  </a:cubicBezTo>
                  <a:lnTo>
                    <a:pt x="108" y="108"/>
                  </a:lnTo>
                  <a:cubicBezTo>
                    <a:pt x="140" y="148"/>
                    <a:pt x="162" y="164"/>
                    <a:pt x="178" y="164"/>
                  </a:cubicBezTo>
                  <a:cubicBezTo>
                    <a:pt x="215" y="164"/>
                    <a:pt x="215" y="76"/>
                    <a:pt x="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68"/>
            <p:cNvSpPr/>
            <p:nvPr/>
          </p:nvSpPr>
          <p:spPr>
            <a:xfrm>
              <a:off x="3402148" y="3606470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108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68"/>
            <p:cNvSpPr/>
            <p:nvPr/>
          </p:nvSpPr>
          <p:spPr>
            <a:xfrm>
              <a:off x="2878829" y="3754186"/>
              <a:ext cx="22639" cy="10103"/>
            </a:xfrm>
            <a:custGeom>
              <a:avLst/>
              <a:gdLst/>
              <a:ahLst/>
              <a:cxnLst/>
              <a:rect l="l" t="t" r="r" b="b"/>
              <a:pathLst>
                <a:path w="242" h="108" extrusionOk="0">
                  <a:moveTo>
                    <a:pt x="135" y="1"/>
                  </a:moveTo>
                  <a:cubicBezTo>
                    <a:pt x="135" y="1"/>
                    <a:pt x="1" y="1"/>
                    <a:pt x="1" y="108"/>
                  </a:cubicBezTo>
                  <a:lnTo>
                    <a:pt x="242" y="108"/>
                  </a:lnTo>
                  <a:cubicBezTo>
                    <a:pt x="242" y="1"/>
                    <a:pt x="135" y="1"/>
                    <a:pt x="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68"/>
            <p:cNvSpPr/>
            <p:nvPr/>
          </p:nvSpPr>
          <p:spPr>
            <a:xfrm>
              <a:off x="3056668" y="3754186"/>
              <a:ext cx="10103" cy="10103"/>
            </a:xfrm>
            <a:custGeom>
              <a:avLst/>
              <a:gdLst/>
              <a:ahLst/>
              <a:cxnLst/>
              <a:rect l="l" t="t" r="r" b="b"/>
              <a:pathLst>
                <a:path w="108" h="108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lnTo>
                    <a:pt x="107" y="10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68"/>
            <p:cNvSpPr/>
            <p:nvPr/>
          </p:nvSpPr>
          <p:spPr>
            <a:xfrm>
              <a:off x="3224403" y="3754186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08" y="1"/>
                    <a:pt x="0" y="1"/>
                    <a:pt x="0" y="108"/>
                  </a:cubicBezTo>
                  <a:lnTo>
                    <a:pt x="215" y="108"/>
                  </a:ln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68"/>
            <p:cNvSpPr/>
            <p:nvPr/>
          </p:nvSpPr>
          <p:spPr>
            <a:xfrm>
              <a:off x="3402148" y="3754186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108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49" name="Google Shape;2949;p68"/>
          <p:cNvGrpSpPr/>
          <p:nvPr/>
        </p:nvGrpSpPr>
        <p:grpSpPr>
          <a:xfrm rot="10800000">
            <a:off x="5508492" y="210877"/>
            <a:ext cx="2956954" cy="4721744"/>
            <a:chOff x="4479125" y="1041049"/>
            <a:chExt cx="935952" cy="1494601"/>
          </a:xfrm>
        </p:grpSpPr>
        <p:sp>
          <p:nvSpPr>
            <p:cNvPr id="2950" name="Google Shape;2950;p68"/>
            <p:cNvSpPr/>
            <p:nvPr/>
          </p:nvSpPr>
          <p:spPr>
            <a:xfrm>
              <a:off x="4810350" y="2482750"/>
              <a:ext cx="53550" cy="52900"/>
            </a:xfrm>
            <a:custGeom>
              <a:avLst/>
              <a:gdLst/>
              <a:ahLst/>
              <a:cxnLst/>
              <a:rect l="l" t="t" r="r" b="b"/>
              <a:pathLst>
                <a:path w="2142" h="2116" fill="none" extrusionOk="0">
                  <a:moveTo>
                    <a:pt x="1901" y="884"/>
                  </a:moveTo>
                  <a:cubicBezTo>
                    <a:pt x="2142" y="1553"/>
                    <a:pt x="1473" y="2115"/>
                    <a:pt x="804" y="2008"/>
                  </a:cubicBezTo>
                  <a:cubicBezTo>
                    <a:pt x="563" y="1901"/>
                    <a:pt x="242" y="1660"/>
                    <a:pt x="242" y="1339"/>
                  </a:cubicBezTo>
                  <a:cubicBezTo>
                    <a:pt x="1" y="670"/>
                    <a:pt x="563" y="1"/>
                    <a:pt x="1232" y="215"/>
                  </a:cubicBezTo>
                  <a:cubicBezTo>
                    <a:pt x="1580" y="322"/>
                    <a:pt x="1901" y="563"/>
                    <a:pt x="1901" y="884"/>
                  </a:cubicBezTo>
                  <a:close/>
                </a:path>
              </a:pathLst>
            </a:custGeom>
            <a:noFill/>
            <a:ln w="11375" cap="flat" cmpd="sng">
              <a:solidFill>
                <a:schemeClr val="lt1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68"/>
            <p:cNvSpPr/>
            <p:nvPr/>
          </p:nvSpPr>
          <p:spPr>
            <a:xfrm>
              <a:off x="4640400" y="2418525"/>
              <a:ext cx="22775" cy="22100"/>
            </a:xfrm>
            <a:custGeom>
              <a:avLst/>
              <a:gdLst/>
              <a:ahLst/>
              <a:cxnLst/>
              <a:rect l="l" t="t" r="r" b="b"/>
              <a:pathLst>
                <a:path w="911" h="884" fill="none" extrusionOk="0">
                  <a:moveTo>
                    <a:pt x="910" y="455"/>
                  </a:moveTo>
                  <a:cubicBezTo>
                    <a:pt x="910" y="669"/>
                    <a:pt x="669" y="884"/>
                    <a:pt x="455" y="884"/>
                  </a:cubicBezTo>
                  <a:cubicBezTo>
                    <a:pt x="241" y="884"/>
                    <a:pt x="0" y="669"/>
                    <a:pt x="0" y="455"/>
                  </a:cubicBezTo>
                  <a:cubicBezTo>
                    <a:pt x="0" y="107"/>
                    <a:pt x="241" y="0"/>
                    <a:pt x="455" y="0"/>
                  </a:cubicBezTo>
                  <a:cubicBezTo>
                    <a:pt x="669" y="0"/>
                    <a:pt x="910" y="107"/>
                    <a:pt x="910" y="455"/>
                  </a:cubicBezTo>
                  <a:close/>
                </a:path>
              </a:pathLst>
            </a:custGeom>
            <a:noFill/>
            <a:ln w="11375" cap="flat" cmpd="sng">
              <a:solidFill>
                <a:schemeClr val="lt1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68"/>
            <p:cNvSpPr/>
            <p:nvPr/>
          </p:nvSpPr>
          <p:spPr>
            <a:xfrm>
              <a:off x="5392977" y="1041049"/>
              <a:ext cx="22100" cy="22775"/>
            </a:xfrm>
            <a:custGeom>
              <a:avLst/>
              <a:gdLst/>
              <a:ahLst/>
              <a:cxnLst/>
              <a:rect l="l" t="t" r="r" b="b"/>
              <a:pathLst>
                <a:path w="884" h="911" fill="none" extrusionOk="0">
                  <a:moveTo>
                    <a:pt x="884" y="456"/>
                  </a:moveTo>
                  <a:cubicBezTo>
                    <a:pt x="884" y="804"/>
                    <a:pt x="669" y="911"/>
                    <a:pt x="455" y="911"/>
                  </a:cubicBezTo>
                  <a:cubicBezTo>
                    <a:pt x="107" y="911"/>
                    <a:pt x="0" y="804"/>
                    <a:pt x="0" y="456"/>
                  </a:cubicBezTo>
                  <a:cubicBezTo>
                    <a:pt x="0" y="242"/>
                    <a:pt x="107" y="1"/>
                    <a:pt x="455" y="1"/>
                  </a:cubicBezTo>
                  <a:cubicBezTo>
                    <a:pt x="669" y="1"/>
                    <a:pt x="884" y="242"/>
                    <a:pt x="884" y="456"/>
                  </a:cubicBezTo>
                  <a:close/>
                </a:path>
              </a:pathLst>
            </a:custGeom>
            <a:noFill/>
            <a:ln w="11375" cap="flat" cmpd="sng">
              <a:solidFill>
                <a:schemeClr val="lt1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68"/>
            <p:cNvSpPr/>
            <p:nvPr/>
          </p:nvSpPr>
          <p:spPr>
            <a:xfrm>
              <a:off x="4479125" y="1922025"/>
              <a:ext cx="50225" cy="50200"/>
            </a:xfrm>
            <a:custGeom>
              <a:avLst/>
              <a:gdLst/>
              <a:ahLst/>
              <a:cxnLst/>
              <a:rect l="l" t="t" r="r" b="b"/>
              <a:pathLst>
                <a:path w="2009" h="2008" fill="none" extrusionOk="0">
                  <a:moveTo>
                    <a:pt x="1874" y="803"/>
                  </a:moveTo>
                  <a:cubicBezTo>
                    <a:pt x="2008" y="1472"/>
                    <a:pt x="1446" y="2008"/>
                    <a:pt x="777" y="1901"/>
                  </a:cubicBezTo>
                  <a:cubicBezTo>
                    <a:pt x="429" y="1794"/>
                    <a:pt x="215" y="1579"/>
                    <a:pt x="108" y="1231"/>
                  </a:cubicBezTo>
                  <a:cubicBezTo>
                    <a:pt x="1" y="562"/>
                    <a:pt x="536" y="0"/>
                    <a:pt x="1205" y="134"/>
                  </a:cubicBezTo>
                  <a:cubicBezTo>
                    <a:pt x="1553" y="241"/>
                    <a:pt x="1767" y="455"/>
                    <a:pt x="1874" y="803"/>
                  </a:cubicBezTo>
                  <a:close/>
                </a:path>
              </a:pathLst>
            </a:custGeom>
            <a:noFill/>
            <a:ln w="11375" cap="flat" cmpd="sng">
              <a:solidFill>
                <a:schemeClr val="lt1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4" name="Google Shape;2954;p68"/>
          <p:cNvGrpSpPr/>
          <p:nvPr/>
        </p:nvGrpSpPr>
        <p:grpSpPr>
          <a:xfrm rot="5400000">
            <a:off x="324423" y="1692067"/>
            <a:ext cx="3136243" cy="1938564"/>
            <a:chOff x="4479125" y="1922025"/>
            <a:chExt cx="992671" cy="613625"/>
          </a:xfrm>
        </p:grpSpPr>
        <p:sp>
          <p:nvSpPr>
            <p:cNvPr id="2955" name="Google Shape;2955;p68"/>
            <p:cNvSpPr/>
            <p:nvPr/>
          </p:nvSpPr>
          <p:spPr>
            <a:xfrm>
              <a:off x="4810350" y="2482750"/>
              <a:ext cx="53550" cy="52900"/>
            </a:xfrm>
            <a:custGeom>
              <a:avLst/>
              <a:gdLst/>
              <a:ahLst/>
              <a:cxnLst/>
              <a:rect l="l" t="t" r="r" b="b"/>
              <a:pathLst>
                <a:path w="2142" h="2116" fill="none" extrusionOk="0">
                  <a:moveTo>
                    <a:pt x="1901" y="884"/>
                  </a:moveTo>
                  <a:cubicBezTo>
                    <a:pt x="2142" y="1553"/>
                    <a:pt x="1473" y="2115"/>
                    <a:pt x="804" y="2008"/>
                  </a:cubicBezTo>
                  <a:cubicBezTo>
                    <a:pt x="563" y="1901"/>
                    <a:pt x="242" y="1660"/>
                    <a:pt x="242" y="1339"/>
                  </a:cubicBezTo>
                  <a:cubicBezTo>
                    <a:pt x="1" y="670"/>
                    <a:pt x="563" y="1"/>
                    <a:pt x="1232" y="215"/>
                  </a:cubicBezTo>
                  <a:cubicBezTo>
                    <a:pt x="1580" y="322"/>
                    <a:pt x="1901" y="563"/>
                    <a:pt x="1901" y="884"/>
                  </a:cubicBezTo>
                  <a:close/>
                </a:path>
              </a:pathLst>
            </a:custGeom>
            <a:noFill/>
            <a:ln w="11375" cap="flat" cmpd="sng">
              <a:solidFill>
                <a:schemeClr val="lt1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68"/>
            <p:cNvSpPr/>
            <p:nvPr/>
          </p:nvSpPr>
          <p:spPr>
            <a:xfrm>
              <a:off x="4640400" y="2418525"/>
              <a:ext cx="22775" cy="22100"/>
            </a:xfrm>
            <a:custGeom>
              <a:avLst/>
              <a:gdLst/>
              <a:ahLst/>
              <a:cxnLst/>
              <a:rect l="l" t="t" r="r" b="b"/>
              <a:pathLst>
                <a:path w="911" h="884" fill="none" extrusionOk="0">
                  <a:moveTo>
                    <a:pt x="910" y="455"/>
                  </a:moveTo>
                  <a:cubicBezTo>
                    <a:pt x="910" y="669"/>
                    <a:pt x="669" y="884"/>
                    <a:pt x="455" y="884"/>
                  </a:cubicBezTo>
                  <a:cubicBezTo>
                    <a:pt x="241" y="884"/>
                    <a:pt x="0" y="669"/>
                    <a:pt x="0" y="455"/>
                  </a:cubicBezTo>
                  <a:cubicBezTo>
                    <a:pt x="0" y="107"/>
                    <a:pt x="241" y="0"/>
                    <a:pt x="455" y="0"/>
                  </a:cubicBezTo>
                  <a:cubicBezTo>
                    <a:pt x="669" y="0"/>
                    <a:pt x="910" y="107"/>
                    <a:pt x="910" y="455"/>
                  </a:cubicBezTo>
                  <a:close/>
                </a:path>
              </a:pathLst>
            </a:custGeom>
            <a:noFill/>
            <a:ln w="11375" cap="flat" cmpd="sng">
              <a:solidFill>
                <a:schemeClr val="lt1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68"/>
            <p:cNvSpPr/>
            <p:nvPr/>
          </p:nvSpPr>
          <p:spPr>
            <a:xfrm>
              <a:off x="5436703" y="1983702"/>
              <a:ext cx="35093" cy="36164"/>
            </a:xfrm>
            <a:custGeom>
              <a:avLst/>
              <a:gdLst/>
              <a:ahLst/>
              <a:cxnLst/>
              <a:rect l="l" t="t" r="r" b="b"/>
              <a:pathLst>
                <a:path w="884" h="911" fill="none" extrusionOk="0">
                  <a:moveTo>
                    <a:pt x="884" y="456"/>
                  </a:moveTo>
                  <a:cubicBezTo>
                    <a:pt x="884" y="804"/>
                    <a:pt x="669" y="911"/>
                    <a:pt x="455" y="911"/>
                  </a:cubicBezTo>
                  <a:cubicBezTo>
                    <a:pt x="107" y="911"/>
                    <a:pt x="0" y="804"/>
                    <a:pt x="0" y="456"/>
                  </a:cubicBezTo>
                  <a:cubicBezTo>
                    <a:pt x="0" y="242"/>
                    <a:pt x="107" y="1"/>
                    <a:pt x="455" y="1"/>
                  </a:cubicBezTo>
                  <a:cubicBezTo>
                    <a:pt x="669" y="1"/>
                    <a:pt x="884" y="242"/>
                    <a:pt x="884" y="456"/>
                  </a:cubicBezTo>
                  <a:close/>
                </a:path>
              </a:pathLst>
            </a:custGeom>
            <a:noFill/>
            <a:ln w="11375" cap="flat" cmpd="sng">
              <a:solidFill>
                <a:schemeClr val="lt1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68"/>
            <p:cNvSpPr/>
            <p:nvPr/>
          </p:nvSpPr>
          <p:spPr>
            <a:xfrm>
              <a:off x="4479125" y="1922025"/>
              <a:ext cx="50225" cy="50200"/>
            </a:xfrm>
            <a:custGeom>
              <a:avLst/>
              <a:gdLst/>
              <a:ahLst/>
              <a:cxnLst/>
              <a:rect l="l" t="t" r="r" b="b"/>
              <a:pathLst>
                <a:path w="2009" h="2008" fill="none" extrusionOk="0">
                  <a:moveTo>
                    <a:pt x="1874" y="803"/>
                  </a:moveTo>
                  <a:cubicBezTo>
                    <a:pt x="2008" y="1472"/>
                    <a:pt x="1446" y="2008"/>
                    <a:pt x="777" y="1901"/>
                  </a:cubicBezTo>
                  <a:cubicBezTo>
                    <a:pt x="429" y="1794"/>
                    <a:pt x="215" y="1579"/>
                    <a:pt x="108" y="1231"/>
                  </a:cubicBezTo>
                  <a:cubicBezTo>
                    <a:pt x="1" y="562"/>
                    <a:pt x="536" y="0"/>
                    <a:pt x="1205" y="134"/>
                  </a:cubicBezTo>
                  <a:cubicBezTo>
                    <a:pt x="1553" y="241"/>
                    <a:pt x="1767" y="455"/>
                    <a:pt x="1874" y="803"/>
                  </a:cubicBezTo>
                  <a:close/>
                </a:path>
              </a:pathLst>
            </a:custGeom>
            <a:noFill/>
            <a:ln w="11375" cap="flat" cmpd="sng">
              <a:solidFill>
                <a:schemeClr val="lt1"/>
              </a:solidFill>
              <a:prstDash val="solid"/>
              <a:miter lim="267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9" name="Google Shape;2959;p68"/>
          <p:cNvGrpSpPr/>
          <p:nvPr/>
        </p:nvGrpSpPr>
        <p:grpSpPr>
          <a:xfrm rot="10800000">
            <a:off x="6221992" y="352030"/>
            <a:ext cx="543432" cy="741197"/>
            <a:chOff x="2878829" y="3023092"/>
            <a:chExt cx="543432" cy="741197"/>
          </a:xfrm>
        </p:grpSpPr>
        <p:sp>
          <p:nvSpPr>
            <p:cNvPr id="2960" name="Google Shape;2960;p68"/>
            <p:cNvSpPr/>
            <p:nvPr/>
          </p:nvSpPr>
          <p:spPr>
            <a:xfrm>
              <a:off x="2878829" y="3023092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0"/>
                  </a:moveTo>
                  <a:lnTo>
                    <a:pt x="1" y="107"/>
                  </a:lnTo>
                  <a:cubicBezTo>
                    <a:pt x="1" y="214"/>
                    <a:pt x="135" y="214"/>
                    <a:pt x="135" y="214"/>
                  </a:cubicBezTo>
                  <a:cubicBezTo>
                    <a:pt x="135" y="214"/>
                    <a:pt x="242" y="214"/>
                    <a:pt x="242" y="107"/>
                  </a:cubicBezTo>
                  <a:lnTo>
                    <a:pt x="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68"/>
            <p:cNvSpPr/>
            <p:nvPr/>
          </p:nvSpPr>
          <p:spPr>
            <a:xfrm>
              <a:off x="3056668" y="3023092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0"/>
                  </a:moveTo>
                  <a:cubicBezTo>
                    <a:pt x="0" y="0"/>
                    <a:pt x="0" y="107"/>
                    <a:pt x="0" y="107"/>
                  </a:cubicBezTo>
                  <a:lnTo>
                    <a:pt x="0" y="214"/>
                  </a:lnTo>
                  <a:cubicBezTo>
                    <a:pt x="107" y="214"/>
                    <a:pt x="107" y="214"/>
                    <a:pt x="107" y="107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68"/>
            <p:cNvSpPr/>
            <p:nvPr/>
          </p:nvSpPr>
          <p:spPr>
            <a:xfrm>
              <a:off x="3224403" y="3023092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lnTo>
                    <a:pt x="0" y="107"/>
                  </a:lnTo>
                  <a:lnTo>
                    <a:pt x="108" y="214"/>
                  </a:lnTo>
                  <a:cubicBezTo>
                    <a:pt x="215" y="214"/>
                    <a:pt x="215" y="214"/>
                    <a:pt x="215" y="107"/>
                  </a:cubicBezTo>
                  <a:cubicBezTo>
                    <a:pt x="215" y="107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68"/>
            <p:cNvSpPr/>
            <p:nvPr/>
          </p:nvSpPr>
          <p:spPr>
            <a:xfrm>
              <a:off x="3402148" y="3023092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" y="0"/>
                    <a:pt x="1" y="107"/>
                    <a:pt x="1" y="107"/>
                  </a:cubicBezTo>
                  <a:cubicBezTo>
                    <a:pt x="1" y="214"/>
                    <a:pt x="1" y="214"/>
                    <a:pt x="108" y="214"/>
                  </a:cubicBezTo>
                  <a:cubicBezTo>
                    <a:pt x="108" y="214"/>
                    <a:pt x="215" y="214"/>
                    <a:pt x="215" y="107"/>
                  </a:cubicBezTo>
                  <a:lnTo>
                    <a:pt x="1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68"/>
            <p:cNvSpPr/>
            <p:nvPr/>
          </p:nvSpPr>
          <p:spPr>
            <a:xfrm>
              <a:off x="2878829" y="3168282"/>
              <a:ext cx="22639" cy="22639"/>
            </a:xfrm>
            <a:custGeom>
              <a:avLst/>
              <a:gdLst/>
              <a:ahLst/>
              <a:cxnLst/>
              <a:rect l="l" t="t" r="r" b="b"/>
              <a:pathLst>
                <a:path w="242" h="242" extrusionOk="0">
                  <a:moveTo>
                    <a:pt x="135" y="1"/>
                  </a:moveTo>
                  <a:lnTo>
                    <a:pt x="1" y="108"/>
                  </a:lnTo>
                  <a:lnTo>
                    <a:pt x="135" y="242"/>
                  </a:lnTo>
                  <a:lnTo>
                    <a:pt x="242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68"/>
            <p:cNvSpPr/>
            <p:nvPr/>
          </p:nvSpPr>
          <p:spPr>
            <a:xfrm>
              <a:off x="3056668" y="3168282"/>
              <a:ext cx="10103" cy="22639"/>
            </a:xfrm>
            <a:custGeom>
              <a:avLst/>
              <a:gdLst/>
              <a:ahLst/>
              <a:cxnLst/>
              <a:rect l="l" t="t" r="r" b="b"/>
              <a:pathLst>
                <a:path w="108" h="242" extrusionOk="0">
                  <a:moveTo>
                    <a:pt x="107" y="1"/>
                  </a:moveTo>
                  <a:cubicBezTo>
                    <a:pt x="0" y="1"/>
                    <a:pt x="0" y="108"/>
                    <a:pt x="0" y="108"/>
                  </a:cubicBezTo>
                  <a:cubicBezTo>
                    <a:pt x="0" y="108"/>
                    <a:pt x="0" y="242"/>
                    <a:pt x="107" y="242"/>
                  </a:cubicBezTo>
                  <a:lnTo>
                    <a:pt x="107" y="10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68"/>
            <p:cNvSpPr/>
            <p:nvPr/>
          </p:nvSpPr>
          <p:spPr>
            <a:xfrm>
              <a:off x="3224403" y="3168282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8" y="1"/>
                  </a:moveTo>
                  <a:lnTo>
                    <a:pt x="0" y="108"/>
                  </a:lnTo>
                  <a:lnTo>
                    <a:pt x="108" y="242"/>
                  </a:lnTo>
                  <a:cubicBezTo>
                    <a:pt x="215" y="242"/>
                    <a:pt x="215" y="108"/>
                    <a:pt x="215" y="108"/>
                  </a:cubicBezTo>
                  <a:cubicBezTo>
                    <a:pt x="215" y="108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68"/>
            <p:cNvSpPr/>
            <p:nvPr/>
          </p:nvSpPr>
          <p:spPr>
            <a:xfrm>
              <a:off x="3402148" y="3168282"/>
              <a:ext cx="20113" cy="22639"/>
            </a:xfrm>
            <a:custGeom>
              <a:avLst/>
              <a:gdLst/>
              <a:ahLst/>
              <a:cxnLst/>
              <a:rect l="l" t="t" r="r" b="b"/>
              <a:pathLst>
                <a:path w="215" h="242" extrusionOk="0">
                  <a:moveTo>
                    <a:pt x="108" y="1"/>
                  </a:moveTo>
                  <a:cubicBezTo>
                    <a:pt x="1" y="1"/>
                    <a:pt x="1" y="108"/>
                    <a:pt x="1" y="108"/>
                  </a:cubicBezTo>
                  <a:cubicBezTo>
                    <a:pt x="1" y="108"/>
                    <a:pt x="1" y="242"/>
                    <a:pt x="108" y="242"/>
                  </a:cubicBezTo>
                  <a:lnTo>
                    <a:pt x="215" y="108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68"/>
            <p:cNvSpPr/>
            <p:nvPr/>
          </p:nvSpPr>
          <p:spPr>
            <a:xfrm>
              <a:off x="2878829" y="3315997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1"/>
                  </a:moveTo>
                  <a:lnTo>
                    <a:pt x="1" y="108"/>
                  </a:lnTo>
                  <a:lnTo>
                    <a:pt x="135" y="215"/>
                  </a:lnTo>
                  <a:lnTo>
                    <a:pt x="242" y="108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68"/>
            <p:cNvSpPr/>
            <p:nvPr/>
          </p:nvSpPr>
          <p:spPr>
            <a:xfrm>
              <a:off x="3056668" y="3315997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1"/>
                  </a:moveTo>
                  <a:cubicBezTo>
                    <a:pt x="0" y="1"/>
                    <a:pt x="0" y="108"/>
                    <a:pt x="0" y="108"/>
                  </a:cubicBezTo>
                  <a:lnTo>
                    <a:pt x="0" y="215"/>
                  </a:lnTo>
                  <a:cubicBezTo>
                    <a:pt x="107" y="215"/>
                    <a:pt x="107" y="108"/>
                    <a:pt x="107" y="108"/>
                  </a:cubicBez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0" name="Google Shape;2970;p68"/>
            <p:cNvSpPr/>
            <p:nvPr/>
          </p:nvSpPr>
          <p:spPr>
            <a:xfrm>
              <a:off x="3224403" y="3315997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1"/>
                  </a:moveTo>
                  <a:lnTo>
                    <a:pt x="0" y="108"/>
                  </a:lnTo>
                  <a:cubicBezTo>
                    <a:pt x="108" y="108"/>
                    <a:pt x="108" y="215"/>
                    <a:pt x="108" y="215"/>
                  </a:cubicBezTo>
                  <a:cubicBezTo>
                    <a:pt x="215" y="215"/>
                    <a:pt x="215" y="108"/>
                    <a:pt x="215" y="108"/>
                  </a:cubicBez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1" name="Google Shape;2971;p68"/>
            <p:cNvSpPr/>
            <p:nvPr/>
          </p:nvSpPr>
          <p:spPr>
            <a:xfrm>
              <a:off x="3402148" y="3315997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1"/>
                  </a:moveTo>
                  <a:cubicBezTo>
                    <a:pt x="1" y="1"/>
                    <a:pt x="1" y="108"/>
                    <a:pt x="1" y="108"/>
                  </a:cubicBezTo>
                  <a:cubicBezTo>
                    <a:pt x="1" y="108"/>
                    <a:pt x="1" y="215"/>
                    <a:pt x="108" y="215"/>
                  </a:cubicBezTo>
                  <a:lnTo>
                    <a:pt x="215" y="108"/>
                  </a:lnTo>
                  <a:lnTo>
                    <a:pt x="1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2" name="Google Shape;2972;p68"/>
            <p:cNvSpPr/>
            <p:nvPr/>
          </p:nvSpPr>
          <p:spPr>
            <a:xfrm>
              <a:off x="2878829" y="3461281"/>
              <a:ext cx="22639" cy="20113"/>
            </a:xfrm>
            <a:custGeom>
              <a:avLst/>
              <a:gdLst/>
              <a:ahLst/>
              <a:cxnLst/>
              <a:rect l="l" t="t" r="r" b="b"/>
              <a:pathLst>
                <a:path w="242" h="215" extrusionOk="0">
                  <a:moveTo>
                    <a:pt x="135" y="0"/>
                  </a:moveTo>
                  <a:cubicBezTo>
                    <a:pt x="135" y="0"/>
                    <a:pt x="1" y="0"/>
                    <a:pt x="1" y="107"/>
                  </a:cubicBezTo>
                  <a:lnTo>
                    <a:pt x="135" y="214"/>
                  </a:lnTo>
                  <a:lnTo>
                    <a:pt x="242" y="107"/>
                  </a:lnTo>
                  <a:cubicBezTo>
                    <a:pt x="242" y="0"/>
                    <a:pt x="135" y="0"/>
                    <a:pt x="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3" name="Google Shape;2973;p68"/>
            <p:cNvSpPr/>
            <p:nvPr/>
          </p:nvSpPr>
          <p:spPr>
            <a:xfrm>
              <a:off x="3056668" y="3461281"/>
              <a:ext cx="10103" cy="20113"/>
            </a:xfrm>
            <a:custGeom>
              <a:avLst/>
              <a:gdLst/>
              <a:ahLst/>
              <a:cxnLst/>
              <a:rect l="l" t="t" r="r" b="b"/>
              <a:pathLst>
                <a:path w="108" h="215" extrusionOk="0">
                  <a:moveTo>
                    <a:pt x="107" y="0"/>
                  </a:moveTo>
                  <a:cubicBezTo>
                    <a:pt x="0" y="0"/>
                    <a:pt x="0" y="0"/>
                    <a:pt x="0" y="107"/>
                  </a:cubicBezTo>
                  <a:lnTo>
                    <a:pt x="0" y="214"/>
                  </a:lnTo>
                  <a:cubicBezTo>
                    <a:pt x="107" y="214"/>
                    <a:pt x="107" y="107"/>
                    <a:pt x="107" y="107"/>
                  </a:cubicBezTo>
                  <a:lnTo>
                    <a:pt x="1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4" name="Google Shape;2974;p68"/>
            <p:cNvSpPr/>
            <p:nvPr/>
          </p:nvSpPr>
          <p:spPr>
            <a:xfrm>
              <a:off x="3224403" y="3461281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08" y="0"/>
                    <a:pt x="0" y="0"/>
                    <a:pt x="0" y="107"/>
                  </a:cubicBezTo>
                  <a:cubicBezTo>
                    <a:pt x="108" y="107"/>
                    <a:pt x="108" y="107"/>
                    <a:pt x="108" y="214"/>
                  </a:cubicBezTo>
                  <a:cubicBezTo>
                    <a:pt x="215" y="214"/>
                    <a:pt x="215" y="107"/>
                    <a:pt x="215" y="107"/>
                  </a:cubicBezTo>
                  <a:cubicBezTo>
                    <a:pt x="215" y="0"/>
                    <a:pt x="215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5" name="Google Shape;2975;p68"/>
            <p:cNvSpPr/>
            <p:nvPr/>
          </p:nvSpPr>
          <p:spPr>
            <a:xfrm>
              <a:off x="3402148" y="3461281"/>
              <a:ext cx="20113" cy="20113"/>
            </a:xfrm>
            <a:custGeom>
              <a:avLst/>
              <a:gdLst/>
              <a:ahLst/>
              <a:cxnLst/>
              <a:rect l="l" t="t" r="r" b="b"/>
              <a:pathLst>
                <a:path w="215" h="215" extrusionOk="0">
                  <a:moveTo>
                    <a:pt x="108" y="0"/>
                  </a:moveTo>
                  <a:cubicBezTo>
                    <a:pt x="1" y="0"/>
                    <a:pt x="1" y="0"/>
                    <a:pt x="1" y="107"/>
                  </a:cubicBezTo>
                  <a:cubicBezTo>
                    <a:pt x="1" y="107"/>
                    <a:pt x="1" y="214"/>
                    <a:pt x="108" y="214"/>
                  </a:cubicBezTo>
                  <a:lnTo>
                    <a:pt x="215" y="107"/>
                  </a:lnTo>
                  <a:cubicBezTo>
                    <a:pt x="215" y="0"/>
                    <a:pt x="108" y="0"/>
                    <a:pt x="1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6" name="Google Shape;2976;p68"/>
            <p:cNvSpPr/>
            <p:nvPr/>
          </p:nvSpPr>
          <p:spPr>
            <a:xfrm>
              <a:off x="2878829" y="3606470"/>
              <a:ext cx="22639" cy="10103"/>
            </a:xfrm>
            <a:custGeom>
              <a:avLst/>
              <a:gdLst/>
              <a:ahLst/>
              <a:cxnLst/>
              <a:rect l="l" t="t" r="r" b="b"/>
              <a:pathLst>
                <a:path w="242" h="108" extrusionOk="0">
                  <a:moveTo>
                    <a:pt x="135" y="1"/>
                  </a:moveTo>
                  <a:cubicBezTo>
                    <a:pt x="135" y="1"/>
                    <a:pt x="1" y="1"/>
                    <a:pt x="1" y="108"/>
                  </a:cubicBezTo>
                  <a:lnTo>
                    <a:pt x="242" y="108"/>
                  </a:lnTo>
                  <a:cubicBezTo>
                    <a:pt x="242" y="1"/>
                    <a:pt x="135" y="1"/>
                    <a:pt x="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7" name="Google Shape;2977;p68"/>
            <p:cNvSpPr/>
            <p:nvPr/>
          </p:nvSpPr>
          <p:spPr>
            <a:xfrm>
              <a:off x="3056668" y="3606470"/>
              <a:ext cx="10103" cy="15342"/>
            </a:xfrm>
            <a:custGeom>
              <a:avLst/>
              <a:gdLst/>
              <a:ahLst/>
              <a:cxnLst/>
              <a:rect l="l" t="t" r="r" b="b"/>
              <a:pathLst>
                <a:path w="108" h="164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cubicBezTo>
                    <a:pt x="32" y="148"/>
                    <a:pt x="55" y="164"/>
                    <a:pt x="70" y="164"/>
                  </a:cubicBezTo>
                  <a:cubicBezTo>
                    <a:pt x="107" y="164"/>
                    <a:pt x="107" y="76"/>
                    <a:pt x="1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8" name="Google Shape;2978;p68"/>
            <p:cNvSpPr/>
            <p:nvPr/>
          </p:nvSpPr>
          <p:spPr>
            <a:xfrm>
              <a:off x="3224403" y="3606470"/>
              <a:ext cx="20113" cy="15342"/>
            </a:xfrm>
            <a:custGeom>
              <a:avLst/>
              <a:gdLst/>
              <a:ahLst/>
              <a:cxnLst/>
              <a:rect l="l" t="t" r="r" b="b"/>
              <a:pathLst>
                <a:path w="215" h="164" extrusionOk="0">
                  <a:moveTo>
                    <a:pt x="108" y="1"/>
                  </a:moveTo>
                  <a:cubicBezTo>
                    <a:pt x="108" y="1"/>
                    <a:pt x="0" y="1"/>
                    <a:pt x="0" y="108"/>
                  </a:cubicBezTo>
                  <a:lnTo>
                    <a:pt x="108" y="108"/>
                  </a:lnTo>
                  <a:cubicBezTo>
                    <a:pt x="140" y="148"/>
                    <a:pt x="162" y="164"/>
                    <a:pt x="178" y="164"/>
                  </a:cubicBezTo>
                  <a:cubicBezTo>
                    <a:pt x="215" y="164"/>
                    <a:pt x="215" y="76"/>
                    <a:pt x="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9" name="Google Shape;2979;p68"/>
            <p:cNvSpPr/>
            <p:nvPr/>
          </p:nvSpPr>
          <p:spPr>
            <a:xfrm>
              <a:off x="3402148" y="3606470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108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0" name="Google Shape;2980;p68"/>
            <p:cNvSpPr/>
            <p:nvPr/>
          </p:nvSpPr>
          <p:spPr>
            <a:xfrm>
              <a:off x="2878829" y="3754186"/>
              <a:ext cx="22639" cy="10103"/>
            </a:xfrm>
            <a:custGeom>
              <a:avLst/>
              <a:gdLst/>
              <a:ahLst/>
              <a:cxnLst/>
              <a:rect l="l" t="t" r="r" b="b"/>
              <a:pathLst>
                <a:path w="242" h="108" extrusionOk="0">
                  <a:moveTo>
                    <a:pt x="135" y="1"/>
                  </a:moveTo>
                  <a:cubicBezTo>
                    <a:pt x="135" y="1"/>
                    <a:pt x="1" y="1"/>
                    <a:pt x="1" y="108"/>
                  </a:cubicBezTo>
                  <a:lnTo>
                    <a:pt x="242" y="108"/>
                  </a:lnTo>
                  <a:cubicBezTo>
                    <a:pt x="242" y="1"/>
                    <a:pt x="135" y="1"/>
                    <a:pt x="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1" name="Google Shape;2981;p68"/>
            <p:cNvSpPr/>
            <p:nvPr/>
          </p:nvSpPr>
          <p:spPr>
            <a:xfrm>
              <a:off x="3056668" y="3754186"/>
              <a:ext cx="10103" cy="10103"/>
            </a:xfrm>
            <a:custGeom>
              <a:avLst/>
              <a:gdLst/>
              <a:ahLst/>
              <a:cxnLst/>
              <a:rect l="l" t="t" r="r" b="b"/>
              <a:pathLst>
                <a:path w="108" h="108" extrusionOk="0">
                  <a:moveTo>
                    <a:pt x="107" y="1"/>
                  </a:moveTo>
                  <a:cubicBezTo>
                    <a:pt x="0" y="1"/>
                    <a:pt x="0" y="1"/>
                    <a:pt x="0" y="108"/>
                  </a:cubicBezTo>
                  <a:lnTo>
                    <a:pt x="107" y="108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2" name="Google Shape;2982;p68"/>
            <p:cNvSpPr/>
            <p:nvPr/>
          </p:nvSpPr>
          <p:spPr>
            <a:xfrm>
              <a:off x="3224403" y="3754186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08" y="1"/>
                    <a:pt x="0" y="1"/>
                    <a:pt x="0" y="108"/>
                  </a:cubicBezTo>
                  <a:lnTo>
                    <a:pt x="215" y="108"/>
                  </a:lnTo>
                  <a:cubicBezTo>
                    <a:pt x="215" y="1"/>
                    <a:pt x="215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3" name="Google Shape;2983;p68"/>
            <p:cNvSpPr/>
            <p:nvPr/>
          </p:nvSpPr>
          <p:spPr>
            <a:xfrm>
              <a:off x="3402148" y="3754186"/>
              <a:ext cx="20113" cy="10103"/>
            </a:xfrm>
            <a:custGeom>
              <a:avLst/>
              <a:gdLst/>
              <a:ahLst/>
              <a:cxnLst/>
              <a:rect l="l" t="t" r="r" b="b"/>
              <a:pathLst>
                <a:path w="215" h="108" extrusionOk="0">
                  <a:moveTo>
                    <a:pt x="108" y="1"/>
                  </a:moveTo>
                  <a:cubicBezTo>
                    <a:pt x="1" y="1"/>
                    <a:pt x="1" y="1"/>
                    <a:pt x="1" y="108"/>
                  </a:cubicBezTo>
                  <a:lnTo>
                    <a:pt x="215" y="108"/>
                  </a:lnTo>
                  <a:cubicBezTo>
                    <a:pt x="215" y="1"/>
                    <a:pt x="108" y="1"/>
                    <a:pt x="1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" name="Google Shape;3160;p71"/>
          <p:cNvSpPr txBox="1">
            <a:spLocks/>
          </p:cNvSpPr>
          <p:nvPr/>
        </p:nvSpPr>
        <p:spPr>
          <a:xfrm>
            <a:off x="1760609" y="1415241"/>
            <a:ext cx="5368500" cy="9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Oswald"/>
              <a:buNone/>
              <a:defRPr sz="7200" b="0" i="0" u="none" strike="noStrike" cap="none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 smtClean="0"/>
              <a:t>THANKS!</a:t>
            </a:r>
            <a:endParaRPr lang="en-US" dirty="0"/>
          </a:p>
        </p:txBody>
      </p:sp>
      <p:sp>
        <p:nvSpPr>
          <p:cNvPr id="95" name="Google Shape;3161;p71"/>
          <p:cNvSpPr txBox="1">
            <a:spLocks/>
          </p:cNvSpPr>
          <p:nvPr/>
        </p:nvSpPr>
        <p:spPr>
          <a:xfrm>
            <a:off x="3123251" y="3508516"/>
            <a:ext cx="3118854" cy="4854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US" sz="1800" dirty="0">
                <a:solidFill>
                  <a:schemeClr val="bg1"/>
                </a:solidFill>
                <a:latin typeface="Raleway" panose="020B0604020202020204" charset="-52"/>
              </a:rPr>
              <a:t>erteamminsk@gmail.com</a:t>
            </a:r>
          </a:p>
          <a:p>
            <a:pPr>
              <a:buClr>
                <a:schemeClr val="dk1"/>
              </a:buClr>
              <a:buSzPts val="1100"/>
            </a:pPr>
            <a:endParaRPr lang="ru-RU" sz="1800" dirty="0" smtClean="0">
              <a:latin typeface="Raleway" panose="020B0604020202020204" charset="-52"/>
            </a:endParaRPr>
          </a:p>
        </p:txBody>
      </p:sp>
      <p:sp>
        <p:nvSpPr>
          <p:cNvPr id="96" name="Google Shape;3162;p71"/>
          <p:cNvSpPr txBox="1"/>
          <p:nvPr/>
        </p:nvSpPr>
        <p:spPr>
          <a:xfrm>
            <a:off x="2552727" y="3117019"/>
            <a:ext cx="4005600" cy="2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4000"/>
              </a:lnSpc>
              <a:spcAft>
                <a:spcPts val="300"/>
              </a:spcAft>
              <a:buSzPts val="1100"/>
            </a:pPr>
            <a:r>
              <a:rPr lang="en-US" sz="2000" b="1" dirty="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Do you have any questions?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-Commerce Business Plan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EF7B7E"/>
      </a:accent1>
      <a:accent2>
        <a:srgbClr val="313265"/>
      </a:accent2>
      <a:accent3>
        <a:srgbClr val="1E1C40"/>
      </a:accent3>
      <a:accent4>
        <a:srgbClr val="EF7B7E"/>
      </a:accent4>
      <a:accent5>
        <a:srgbClr val="313265"/>
      </a:accent5>
      <a:accent6>
        <a:srgbClr val="1E1C40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5778</TotalTime>
  <Words>314</Words>
  <Application>Microsoft Office PowerPoint</Application>
  <PresentationFormat>Экран (16:9)</PresentationFormat>
  <Paragraphs>60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Oswald</vt:lpstr>
      <vt:lpstr>Raleway</vt:lpstr>
      <vt:lpstr>E-Commerce Business Plan By Slidesgo</vt:lpstr>
      <vt:lpstr>DATA SCIENCE SOLUTION FOR ONLINE LEARNING PLATFORMS</vt:lpstr>
      <vt:lpstr>Cloud service</vt:lpstr>
      <vt:lpstr>Our clients</vt:lpstr>
      <vt:lpstr>CURRENT SITUATION IN ONLINE LEARNING SERVICES</vt:lpstr>
      <vt:lpstr>TRIGGERS</vt:lpstr>
      <vt:lpstr>RECOGNIZE EMOTIONS WITH A NEURAL NETWORK</vt:lpstr>
      <vt:lpstr>Презентация PowerPoint</vt:lpstr>
      <vt:lpstr>CURRENT STATE OF PROJECT</vt:lpstr>
      <vt:lpstr>DIRECTION OF DEVELOPMENT OF OUR PROJECT:</vt:lpstr>
      <vt:lpstr>TEAM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EMOTION RECOGNITION  IN E-LEARNING</dc:title>
  <dc:creator>Lubov K</dc:creator>
  <cp:lastModifiedBy>Lubov K</cp:lastModifiedBy>
  <cp:revision>185</cp:revision>
  <dcterms:modified xsi:type="dcterms:W3CDTF">2021-02-16T10:09:16Z</dcterms:modified>
</cp:coreProperties>
</file>